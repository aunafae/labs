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2"/>
  </p:notesMasterIdLst>
  <p:sldIdLst>
    <p:sldId id="256" r:id="rId2"/>
    <p:sldId id="261" r:id="rId3"/>
    <p:sldId id="257" r:id="rId4"/>
    <p:sldId id="265" r:id="rId5"/>
    <p:sldId id="266" r:id="rId6"/>
    <p:sldId id="258" r:id="rId7"/>
    <p:sldId id="262" r:id="rId8"/>
    <p:sldId id="259" r:id="rId9"/>
    <p:sldId id="260" r:id="rId10"/>
    <p:sldId id="263" r:id="rId11"/>
  </p:sldIdLst>
  <p:sldSz cx="10691813" cy="7559675"/>
  <p:notesSz cx="6761163" cy="9942513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763" autoAdjust="0"/>
    <p:restoredTop sz="94660"/>
  </p:normalViewPr>
  <p:slideViewPr>
    <p:cSldViewPr snapToGrid="0">
      <p:cViewPr varScale="1">
        <p:scale>
          <a:sx n="61" d="100"/>
          <a:sy n="61" d="100"/>
        </p:scale>
        <p:origin x="102" y="7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585D0AA-58AC-4841-AB68-5DBC7A52ED69}" type="doc">
      <dgm:prSet loTypeId="urn:microsoft.com/office/officeart/2005/8/layout/process1" loCatId="process" qsTypeId="urn:microsoft.com/office/officeart/2005/8/quickstyle/3d3" qsCatId="3D" csTypeId="urn:microsoft.com/office/officeart/2005/8/colors/accent1_1" csCatId="accent1" phldr="1"/>
      <dgm:spPr/>
    </dgm:pt>
    <dgm:pt modelId="{8369AB41-7E13-4E42-AB95-12FAB1B11690}">
      <dgm:prSet phldrT="[Текст]" custT="1"/>
      <dgm:spPr/>
      <dgm:t>
        <a:bodyPr/>
        <a:lstStyle/>
        <a:p>
          <a:r>
            <a:rPr lang="ru-RU" sz="2400" dirty="0" smtClean="0"/>
            <a:t>Вопрос</a:t>
          </a:r>
          <a:endParaRPr lang="ru-RU" sz="2000" dirty="0"/>
        </a:p>
      </dgm:t>
    </dgm:pt>
    <dgm:pt modelId="{7B73CB38-4B14-48B6-AA81-CFB483018032}" type="parTrans" cxnId="{D9CD7395-3254-47D8-BA08-3A4AC8396FC9}">
      <dgm:prSet/>
      <dgm:spPr/>
      <dgm:t>
        <a:bodyPr/>
        <a:lstStyle/>
        <a:p>
          <a:endParaRPr lang="ru-RU"/>
        </a:p>
      </dgm:t>
    </dgm:pt>
    <dgm:pt modelId="{0A520821-A5EF-4330-938F-13FACABF710A}" type="sibTrans" cxnId="{D9CD7395-3254-47D8-BA08-3A4AC8396FC9}">
      <dgm:prSet/>
      <dgm:spPr/>
      <dgm:t>
        <a:bodyPr/>
        <a:lstStyle/>
        <a:p>
          <a:endParaRPr lang="ru-RU"/>
        </a:p>
      </dgm:t>
    </dgm:pt>
    <dgm:pt modelId="{D803269C-8F43-42C7-AACB-DD9D9F835DCE}">
      <dgm:prSet phldrT="[Текст]" custT="1"/>
      <dgm:spPr/>
      <dgm:t>
        <a:bodyPr/>
        <a:lstStyle/>
        <a:p>
          <a:r>
            <a:rPr lang="ru-RU" sz="2400" dirty="0" smtClean="0"/>
            <a:t>Проблема</a:t>
          </a:r>
          <a:endParaRPr lang="ru-RU" sz="2800" dirty="0"/>
        </a:p>
      </dgm:t>
    </dgm:pt>
    <dgm:pt modelId="{1C1E8C01-E1E2-490A-9FC2-FED2E8B02939}" type="parTrans" cxnId="{040A91B5-7B02-4C8B-B954-0624B499D499}">
      <dgm:prSet/>
      <dgm:spPr/>
      <dgm:t>
        <a:bodyPr/>
        <a:lstStyle/>
        <a:p>
          <a:endParaRPr lang="ru-RU"/>
        </a:p>
      </dgm:t>
    </dgm:pt>
    <dgm:pt modelId="{A0043D79-143F-4E41-97D5-4C7A9C3BF294}" type="sibTrans" cxnId="{040A91B5-7B02-4C8B-B954-0624B499D499}">
      <dgm:prSet/>
      <dgm:spPr/>
      <dgm:t>
        <a:bodyPr/>
        <a:lstStyle/>
        <a:p>
          <a:endParaRPr lang="ru-RU"/>
        </a:p>
      </dgm:t>
    </dgm:pt>
    <dgm:pt modelId="{C6AAFB63-ACBB-4E03-A304-86862D4D3217}">
      <dgm:prSet phldrT="[Текст]"/>
      <dgm:spPr/>
      <dgm:t>
        <a:bodyPr/>
        <a:lstStyle/>
        <a:p>
          <a:r>
            <a:rPr lang="ru-RU" dirty="0" smtClean="0"/>
            <a:t>Задача</a:t>
          </a:r>
          <a:endParaRPr lang="ru-RU" dirty="0"/>
        </a:p>
      </dgm:t>
    </dgm:pt>
    <dgm:pt modelId="{7A4F47C3-B1F3-4AA4-BC36-608781935400}" type="parTrans" cxnId="{46489E0B-F63E-425F-864B-AC81D9C99444}">
      <dgm:prSet/>
      <dgm:spPr/>
      <dgm:t>
        <a:bodyPr/>
        <a:lstStyle/>
        <a:p>
          <a:endParaRPr lang="ru-RU"/>
        </a:p>
      </dgm:t>
    </dgm:pt>
    <dgm:pt modelId="{75195DD2-1E15-4889-A477-1036170C56BE}" type="sibTrans" cxnId="{46489E0B-F63E-425F-864B-AC81D9C99444}">
      <dgm:prSet/>
      <dgm:spPr/>
      <dgm:t>
        <a:bodyPr/>
        <a:lstStyle/>
        <a:p>
          <a:endParaRPr lang="ru-RU"/>
        </a:p>
      </dgm:t>
    </dgm:pt>
    <dgm:pt modelId="{E293EDEE-EAF6-4F6F-A546-C146DF16A922}" type="pres">
      <dgm:prSet presAssocID="{C585D0AA-58AC-4841-AB68-5DBC7A52ED69}" presName="Name0" presStyleCnt="0">
        <dgm:presLayoutVars>
          <dgm:dir/>
          <dgm:resizeHandles val="exact"/>
        </dgm:presLayoutVars>
      </dgm:prSet>
      <dgm:spPr/>
    </dgm:pt>
    <dgm:pt modelId="{176520C8-D1AD-43C6-AACF-B1C48BC29A82}" type="pres">
      <dgm:prSet presAssocID="{8369AB41-7E13-4E42-AB95-12FAB1B11690}" presName="node" presStyleLbl="node1" presStyleIdx="0" presStyleCnt="3" custScaleY="48429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D1FC674-7D9A-411A-8A07-5A7417C30AC6}" type="pres">
      <dgm:prSet presAssocID="{0A520821-A5EF-4330-938F-13FACABF710A}" presName="sibTrans" presStyleLbl="sibTrans2D1" presStyleIdx="0" presStyleCnt="2" custScaleY="57637"/>
      <dgm:spPr/>
      <dgm:t>
        <a:bodyPr/>
        <a:lstStyle/>
        <a:p>
          <a:endParaRPr lang="ru-RU"/>
        </a:p>
      </dgm:t>
    </dgm:pt>
    <dgm:pt modelId="{5930628C-57F9-4100-8199-CE39446BCC65}" type="pres">
      <dgm:prSet presAssocID="{0A520821-A5EF-4330-938F-13FACABF710A}" presName="connectorText" presStyleLbl="sibTrans2D1" presStyleIdx="0" presStyleCnt="2"/>
      <dgm:spPr/>
      <dgm:t>
        <a:bodyPr/>
        <a:lstStyle/>
        <a:p>
          <a:endParaRPr lang="ru-RU"/>
        </a:p>
      </dgm:t>
    </dgm:pt>
    <dgm:pt modelId="{0C9C233F-D189-4E3C-B37A-83FE2D983751}" type="pres">
      <dgm:prSet presAssocID="{D803269C-8F43-42C7-AACB-DD9D9F835DCE}" presName="node" presStyleLbl="node1" presStyleIdx="1" presStyleCnt="3" custScaleY="5347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651028DF-24AF-4FF2-80A5-58C709E9C118}" type="pres">
      <dgm:prSet presAssocID="{A0043D79-143F-4E41-97D5-4C7A9C3BF294}" presName="sibTrans" presStyleLbl="sibTrans2D1" presStyleIdx="1" presStyleCnt="2" custScaleY="53687"/>
      <dgm:spPr/>
      <dgm:t>
        <a:bodyPr/>
        <a:lstStyle/>
        <a:p>
          <a:endParaRPr lang="ru-RU"/>
        </a:p>
      </dgm:t>
    </dgm:pt>
    <dgm:pt modelId="{8038372E-A077-46F7-8BC0-FE964D26F081}" type="pres">
      <dgm:prSet presAssocID="{A0043D79-143F-4E41-97D5-4C7A9C3BF294}" presName="connectorText" presStyleLbl="sibTrans2D1" presStyleIdx="1" presStyleCnt="2"/>
      <dgm:spPr/>
      <dgm:t>
        <a:bodyPr/>
        <a:lstStyle/>
        <a:p>
          <a:endParaRPr lang="ru-RU"/>
        </a:p>
      </dgm:t>
    </dgm:pt>
    <dgm:pt modelId="{4CBF73A7-84F2-4EDC-B782-7D62BDD15519}" type="pres">
      <dgm:prSet presAssocID="{C6AAFB63-ACBB-4E03-A304-86862D4D3217}" presName="node" presStyleLbl="node1" presStyleIdx="2" presStyleCnt="3" custScaleY="5347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9D5158FB-A53C-49A2-AC11-99D9916A7FF9}" type="presOf" srcId="{C6AAFB63-ACBB-4E03-A304-86862D4D3217}" destId="{4CBF73A7-84F2-4EDC-B782-7D62BDD15519}" srcOrd="0" destOrd="0" presId="urn:microsoft.com/office/officeart/2005/8/layout/process1"/>
    <dgm:cxn modelId="{DCF32A92-5CD3-4189-9512-2ABFE0E88768}" type="presOf" srcId="{0A520821-A5EF-4330-938F-13FACABF710A}" destId="{7D1FC674-7D9A-411A-8A07-5A7417C30AC6}" srcOrd="0" destOrd="0" presId="urn:microsoft.com/office/officeart/2005/8/layout/process1"/>
    <dgm:cxn modelId="{BAD1E6DB-292A-444B-AA44-681548466B99}" type="presOf" srcId="{D803269C-8F43-42C7-AACB-DD9D9F835DCE}" destId="{0C9C233F-D189-4E3C-B37A-83FE2D983751}" srcOrd="0" destOrd="0" presId="urn:microsoft.com/office/officeart/2005/8/layout/process1"/>
    <dgm:cxn modelId="{C816C066-4882-4E71-9034-1937F3BB38E8}" type="presOf" srcId="{A0043D79-143F-4E41-97D5-4C7A9C3BF294}" destId="{651028DF-24AF-4FF2-80A5-58C709E9C118}" srcOrd="0" destOrd="0" presId="urn:microsoft.com/office/officeart/2005/8/layout/process1"/>
    <dgm:cxn modelId="{57B8301B-1FC4-40BC-A84B-E8807ADE6A34}" type="presOf" srcId="{0A520821-A5EF-4330-938F-13FACABF710A}" destId="{5930628C-57F9-4100-8199-CE39446BCC65}" srcOrd="1" destOrd="0" presId="urn:microsoft.com/office/officeart/2005/8/layout/process1"/>
    <dgm:cxn modelId="{46489E0B-F63E-425F-864B-AC81D9C99444}" srcId="{C585D0AA-58AC-4841-AB68-5DBC7A52ED69}" destId="{C6AAFB63-ACBB-4E03-A304-86862D4D3217}" srcOrd="2" destOrd="0" parTransId="{7A4F47C3-B1F3-4AA4-BC36-608781935400}" sibTransId="{75195DD2-1E15-4889-A477-1036170C56BE}"/>
    <dgm:cxn modelId="{040A91B5-7B02-4C8B-B954-0624B499D499}" srcId="{C585D0AA-58AC-4841-AB68-5DBC7A52ED69}" destId="{D803269C-8F43-42C7-AACB-DD9D9F835DCE}" srcOrd="1" destOrd="0" parTransId="{1C1E8C01-E1E2-490A-9FC2-FED2E8B02939}" sibTransId="{A0043D79-143F-4E41-97D5-4C7A9C3BF294}"/>
    <dgm:cxn modelId="{66F99B20-3758-4F81-ADC6-35A53C3C2370}" type="presOf" srcId="{8369AB41-7E13-4E42-AB95-12FAB1B11690}" destId="{176520C8-D1AD-43C6-AACF-B1C48BC29A82}" srcOrd="0" destOrd="0" presId="urn:microsoft.com/office/officeart/2005/8/layout/process1"/>
    <dgm:cxn modelId="{B2A8D9E5-036F-43D1-8A85-E7AFBF71A5BE}" type="presOf" srcId="{A0043D79-143F-4E41-97D5-4C7A9C3BF294}" destId="{8038372E-A077-46F7-8BC0-FE964D26F081}" srcOrd="1" destOrd="0" presId="urn:microsoft.com/office/officeart/2005/8/layout/process1"/>
    <dgm:cxn modelId="{D9CD7395-3254-47D8-BA08-3A4AC8396FC9}" srcId="{C585D0AA-58AC-4841-AB68-5DBC7A52ED69}" destId="{8369AB41-7E13-4E42-AB95-12FAB1B11690}" srcOrd="0" destOrd="0" parTransId="{7B73CB38-4B14-48B6-AA81-CFB483018032}" sibTransId="{0A520821-A5EF-4330-938F-13FACABF710A}"/>
    <dgm:cxn modelId="{DB6A5C02-8792-4FC0-9C1C-0E2B1B324909}" type="presOf" srcId="{C585D0AA-58AC-4841-AB68-5DBC7A52ED69}" destId="{E293EDEE-EAF6-4F6F-A546-C146DF16A922}" srcOrd="0" destOrd="0" presId="urn:microsoft.com/office/officeart/2005/8/layout/process1"/>
    <dgm:cxn modelId="{0E49A176-E70E-4E6B-8057-D25E7363E273}" type="presParOf" srcId="{E293EDEE-EAF6-4F6F-A546-C146DF16A922}" destId="{176520C8-D1AD-43C6-AACF-B1C48BC29A82}" srcOrd="0" destOrd="0" presId="urn:microsoft.com/office/officeart/2005/8/layout/process1"/>
    <dgm:cxn modelId="{B618FD60-872C-410F-9F9A-99614161F7C4}" type="presParOf" srcId="{E293EDEE-EAF6-4F6F-A546-C146DF16A922}" destId="{7D1FC674-7D9A-411A-8A07-5A7417C30AC6}" srcOrd="1" destOrd="0" presId="urn:microsoft.com/office/officeart/2005/8/layout/process1"/>
    <dgm:cxn modelId="{88278A83-427F-46AF-8CB1-F1A595C5C46B}" type="presParOf" srcId="{7D1FC674-7D9A-411A-8A07-5A7417C30AC6}" destId="{5930628C-57F9-4100-8199-CE39446BCC65}" srcOrd="0" destOrd="0" presId="urn:microsoft.com/office/officeart/2005/8/layout/process1"/>
    <dgm:cxn modelId="{3CCF4E2D-3A13-4CB8-BF54-711BA7E87942}" type="presParOf" srcId="{E293EDEE-EAF6-4F6F-A546-C146DF16A922}" destId="{0C9C233F-D189-4E3C-B37A-83FE2D983751}" srcOrd="2" destOrd="0" presId="urn:microsoft.com/office/officeart/2005/8/layout/process1"/>
    <dgm:cxn modelId="{0FA8CC1E-2F87-41D5-BF42-D736B3B21248}" type="presParOf" srcId="{E293EDEE-EAF6-4F6F-A546-C146DF16A922}" destId="{651028DF-24AF-4FF2-80A5-58C709E9C118}" srcOrd="3" destOrd="0" presId="urn:microsoft.com/office/officeart/2005/8/layout/process1"/>
    <dgm:cxn modelId="{D16E9728-6CD6-4E55-9566-F52784C64B5F}" type="presParOf" srcId="{651028DF-24AF-4FF2-80A5-58C709E9C118}" destId="{8038372E-A077-46F7-8BC0-FE964D26F081}" srcOrd="0" destOrd="0" presId="urn:microsoft.com/office/officeart/2005/8/layout/process1"/>
    <dgm:cxn modelId="{4C615625-44F2-4471-9D63-16FAD2B6BF97}" type="presParOf" srcId="{E293EDEE-EAF6-4F6F-A546-C146DF16A922}" destId="{4CBF73A7-84F2-4EDC-B782-7D62BDD15519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D2B79C5-AC2B-4363-8344-9AD7DD9A0839}" type="doc">
      <dgm:prSet loTypeId="urn:microsoft.com/office/officeart/2005/8/layout/orgChart1" loCatId="hierarchy" qsTypeId="urn:microsoft.com/office/officeart/2005/8/quickstyle/3d3" qsCatId="3D" csTypeId="urn:microsoft.com/office/officeart/2005/8/colors/accent1_1" csCatId="accent1" phldr="1"/>
      <dgm:spPr/>
      <dgm:t>
        <a:bodyPr/>
        <a:lstStyle/>
        <a:p>
          <a:endParaRPr lang="ru-RU"/>
        </a:p>
      </dgm:t>
    </dgm:pt>
    <dgm:pt modelId="{A1C00BFF-1352-478D-B509-CC0949435679}">
      <dgm:prSet phldrT="[Текст]" custT="1"/>
      <dgm:spPr/>
      <dgm:t>
        <a:bodyPr/>
        <a:lstStyle/>
        <a:p>
          <a:r>
            <a:rPr lang="ru-RU" sz="2600" b="1" smtClean="0"/>
            <a:t>Анализ</a:t>
          </a:r>
          <a:endParaRPr lang="ru-RU" sz="2600" b="1" dirty="0"/>
        </a:p>
      </dgm:t>
    </dgm:pt>
    <dgm:pt modelId="{255255AB-D2DF-4AA5-BD84-1B51106DC143}" type="parTrans" cxnId="{0B17993E-EF5F-4ECA-A148-BF57E273D946}">
      <dgm:prSet/>
      <dgm:spPr/>
      <dgm:t>
        <a:bodyPr/>
        <a:lstStyle/>
        <a:p>
          <a:endParaRPr lang="ru-RU"/>
        </a:p>
      </dgm:t>
    </dgm:pt>
    <dgm:pt modelId="{A70E84E5-50F8-4B79-A5A2-4D5533196866}" type="sibTrans" cxnId="{0B17993E-EF5F-4ECA-A148-BF57E273D946}">
      <dgm:prSet/>
      <dgm:spPr/>
      <dgm:t>
        <a:bodyPr/>
        <a:lstStyle/>
        <a:p>
          <a:endParaRPr lang="ru-RU"/>
        </a:p>
      </dgm:t>
    </dgm:pt>
    <dgm:pt modelId="{6BFE3F00-C82F-4CBD-9FDE-434005F3E2DD}">
      <dgm:prSet phldrT="[Текст]" custT="1"/>
      <dgm:spPr/>
      <dgm:t>
        <a:bodyPr/>
        <a:lstStyle/>
        <a:p>
          <a:pPr algn="ctr"/>
          <a:r>
            <a:rPr lang="ru-RU" sz="2400" b="1" u="sng" dirty="0" smtClean="0"/>
            <a:t>Достоинство</a:t>
          </a:r>
          <a:r>
            <a:rPr lang="ru-RU" sz="2400" dirty="0" smtClean="0"/>
            <a:t> – получение понимания явления, обогащение собственной модели мира</a:t>
          </a:r>
          <a:endParaRPr lang="ru-RU" sz="2400" dirty="0"/>
        </a:p>
      </dgm:t>
    </dgm:pt>
    <dgm:pt modelId="{B2413B52-2E46-466F-856A-14E9AE21883F}" type="parTrans" cxnId="{A601685B-8F66-480A-9E55-28D85E64A6B5}">
      <dgm:prSet/>
      <dgm:spPr/>
      <dgm:t>
        <a:bodyPr/>
        <a:lstStyle/>
        <a:p>
          <a:endParaRPr lang="ru-RU"/>
        </a:p>
      </dgm:t>
    </dgm:pt>
    <dgm:pt modelId="{DDF68F27-F2FE-42F8-ADA9-1B0704B4FDCA}" type="sibTrans" cxnId="{A601685B-8F66-480A-9E55-28D85E64A6B5}">
      <dgm:prSet/>
      <dgm:spPr/>
      <dgm:t>
        <a:bodyPr/>
        <a:lstStyle/>
        <a:p>
          <a:endParaRPr lang="ru-RU"/>
        </a:p>
      </dgm:t>
    </dgm:pt>
    <dgm:pt modelId="{E60BF8C8-53AB-4BCA-9C3E-655BA0A1C27B}">
      <dgm:prSet phldrT="[Текст]" custT="1"/>
      <dgm:spPr/>
      <dgm:t>
        <a:bodyPr/>
        <a:lstStyle/>
        <a:p>
          <a:pPr algn="ctr"/>
          <a:r>
            <a:rPr lang="ru-RU" sz="2400" b="1" u="sng" smtClean="0">
              <a:latin typeface="+mn-lt"/>
            </a:rPr>
            <a:t>Недостаток</a:t>
          </a:r>
          <a:r>
            <a:rPr lang="ru-RU" sz="2400" smtClean="0">
              <a:latin typeface="+mn-lt"/>
            </a:rPr>
            <a:t> - анализ формирует понимание, понимание  в модели мира разных людей разное, оно субъективно и может недостаточно отражать реальность</a:t>
          </a:r>
          <a:endParaRPr lang="ru-RU" sz="2400" dirty="0">
            <a:latin typeface="+mn-lt"/>
          </a:endParaRPr>
        </a:p>
      </dgm:t>
    </dgm:pt>
    <dgm:pt modelId="{36DF34E3-99C8-4D2E-BF3E-FE3596FA3ACA}" type="parTrans" cxnId="{C12C2207-957B-4613-8704-9C1049691FB8}">
      <dgm:prSet/>
      <dgm:spPr/>
      <dgm:t>
        <a:bodyPr/>
        <a:lstStyle/>
        <a:p>
          <a:endParaRPr lang="ru-RU"/>
        </a:p>
      </dgm:t>
    </dgm:pt>
    <dgm:pt modelId="{517C7F2A-EB18-480A-8E55-F3EB297FB49F}" type="sibTrans" cxnId="{C12C2207-957B-4613-8704-9C1049691FB8}">
      <dgm:prSet/>
      <dgm:spPr/>
      <dgm:t>
        <a:bodyPr/>
        <a:lstStyle/>
        <a:p>
          <a:endParaRPr lang="ru-RU"/>
        </a:p>
      </dgm:t>
    </dgm:pt>
    <dgm:pt modelId="{799A41DE-D7BE-4B68-A0FB-21908F81D915}" type="pres">
      <dgm:prSet presAssocID="{8D2B79C5-AC2B-4363-8344-9AD7DD9A0839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ru-RU"/>
        </a:p>
      </dgm:t>
    </dgm:pt>
    <dgm:pt modelId="{D36C28D5-0E2D-42A0-A894-BA5C4430B905}" type="pres">
      <dgm:prSet presAssocID="{A1C00BFF-1352-478D-B509-CC0949435679}" presName="hierRoot1" presStyleCnt="0">
        <dgm:presLayoutVars>
          <dgm:hierBranch val="init"/>
        </dgm:presLayoutVars>
      </dgm:prSet>
      <dgm:spPr/>
      <dgm:t>
        <a:bodyPr/>
        <a:lstStyle/>
        <a:p>
          <a:endParaRPr lang="ru-RU"/>
        </a:p>
      </dgm:t>
    </dgm:pt>
    <dgm:pt modelId="{10FCF1A7-49BA-4E3D-BECB-28ED8875EC5B}" type="pres">
      <dgm:prSet presAssocID="{A1C00BFF-1352-478D-B509-CC0949435679}" presName="rootComposite1" presStyleCnt="0"/>
      <dgm:spPr/>
      <dgm:t>
        <a:bodyPr/>
        <a:lstStyle/>
        <a:p>
          <a:endParaRPr lang="ru-RU"/>
        </a:p>
      </dgm:t>
    </dgm:pt>
    <dgm:pt modelId="{AE784486-8039-42B4-BC45-22E03339FFDB}" type="pres">
      <dgm:prSet presAssocID="{A1C00BFF-1352-478D-B509-CC0949435679}" presName="rootText1" presStyleLbl="node0" presStyleIdx="0" presStyleCnt="1" custScaleY="25584" custLinFactNeighborY="12214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AEEA8846-CE0C-42A2-A956-3C2328B7B99E}" type="pres">
      <dgm:prSet presAssocID="{A1C00BFF-1352-478D-B509-CC0949435679}" presName="rootConnector1" presStyleLbl="node1" presStyleIdx="0" presStyleCnt="0"/>
      <dgm:spPr/>
      <dgm:t>
        <a:bodyPr/>
        <a:lstStyle/>
        <a:p>
          <a:endParaRPr lang="ru-RU"/>
        </a:p>
      </dgm:t>
    </dgm:pt>
    <dgm:pt modelId="{1ABDDE0D-B519-45F5-89D1-682EB2FF2292}" type="pres">
      <dgm:prSet presAssocID="{A1C00BFF-1352-478D-B509-CC0949435679}" presName="hierChild2" presStyleCnt="0"/>
      <dgm:spPr/>
      <dgm:t>
        <a:bodyPr/>
        <a:lstStyle/>
        <a:p>
          <a:endParaRPr lang="ru-RU"/>
        </a:p>
      </dgm:t>
    </dgm:pt>
    <dgm:pt modelId="{97869021-689B-4C2F-A8EB-78B4BD4E9216}" type="pres">
      <dgm:prSet presAssocID="{B2413B52-2E46-466F-856A-14E9AE21883F}" presName="Name37" presStyleLbl="parChTrans1D2" presStyleIdx="0" presStyleCnt="2"/>
      <dgm:spPr/>
      <dgm:t>
        <a:bodyPr/>
        <a:lstStyle/>
        <a:p>
          <a:endParaRPr lang="ru-RU"/>
        </a:p>
      </dgm:t>
    </dgm:pt>
    <dgm:pt modelId="{A882C86F-617D-4AD8-8A17-8FEF60BFBA15}" type="pres">
      <dgm:prSet presAssocID="{6BFE3F00-C82F-4CBD-9FDE-434005F3E2DD}" presName="hierRoot2" presStyleCnt="0">
        <dgm:presLayoutVars>
          <dgm:hierBranch val="init"/>
        </dgm:presLayoutVars>
      </dgm:prSet>
      <dgm:spPr/>
      <dgm:t>
        <a:bodyPr/>
        <a:lstStyle/>
        <a:p>
          <a:endParaRPr lang="ru-RU"/>
        </a:p>
      </dgm:t>
    </dgm:pt>
    <dgm:pt modelId="{DA7B72F0-C9C4-474F-BD58-14C2004D0B53}" type="pres">
      <dgm:prSet presAssocID="{6BFE3F00-C82F-4CBD-9FDE-434005F3E2DD}" presName="rootComposite" presStyleCnt="0"/>
      <dgm:spPr/>
      <dgm:t>
        <a:bodyPr/>
        <a:lstStyle/>
        <a:p>
          <a:endParaRPr lang="ru-RU"/>
        </a:p>
      </dgm:t>
    </dgm:pt>
    <dgm:pt modelId="{1B1944C1-3FF0-4D01-B526-32A4FF798027}" type="pres">
      <dgm:prSet presAssocID="{6BFE3F00-C82F-4CBD-9FDE-434005F3E2DD}" presName="rootText" presStyleLbl="node2" presStyleIdx="0" presStyleCnt="2" custScaleX="82845" custScaleY="92173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6A61AE12-36E1-4910-9B18-2476D7DC799F}" type="pres">
      <dgm:prSet presAssocID="{6BFE3F00-C82F-4CBD-9FDE-434005F3E2DD}" presName="rootConnector" presStyleLbl="node2" presStyleIdx="0" presStyleCnt="2"/>
      <dgm:spPr/>
      <dgm:t>
        <a:bodyPr/>
        <a:lstStyle/>
        <a:p>
          <a:endParaRPr lang="ru-RU"/>
        </a:p>
      </dgm:t>
    </dgm:pt>
    <dgm:pt modelId="{F981B303-9CA7-4CF0-A705-D2AD71D6F2AA}" type="pres">
      <dgm:prSet presAssocID="{6BFE3F00-C82F-4CBD-9FDE-434005F3E2DD}" presName="hierChild4" presStyleCnt="0"/>
      <dgm:spPr/>
      <dgm:t>
        <a:bodyPr/>
        <a:lstStyle/>
        <a:p>
          <a:endParaRPr lang="ru-RU"/>
        </a:p>
      </dgm:t>
    </dgm:pt>
    <dgm:pt modelId="{4FC589EF-300B-4F86-B312-12D92A7DBE1B}" type="pres">
      <dgm:prSet presAssocID="{6BFE3F00-C82F-4CBD-9FDE-434005F3E2DD}" presName="hierChild5" presStyleCnt="0"/>
      <dgm:spPr/>
      <dgm:t>
        <a:bodyPr/>
        <a:lstStyle/>
        <a:p>
          <a:endParaRPr lang="ru-RU"/>
        </a:p>
      </dgm:t>
    </dgm:pt>
    <dgm:pt modelId="{DA4A25E2-EAD4-4DAA-B431-0B109C061559}" type="pres">
      <dgm:prSet presAssocID="{36DF34E3-99C8-4D2E-BF3E-FE3596FA3ACA}" presName="Name37" presStyleLbl="parChTrans1D2" presStyleIdx="1" presStyleCnt="2"/>
      <dgm:spPr/>
      <dgm:t>
        <a:bodyPr/>
        <a:lstStyle/>
        <a:p>
          <a:endParaRPr lang="ru-RU"/>
        </a:p>
      </dgm:t>
    </dgm:pt>
    <dgm:pt modelId="{F5A5B5A2-CB20-4F89-9EF6-30AB00309AE2}" type="pres">
      <dgm:prSet presAssocID="{E60BF8C8-53AB-4BCA-9C3E-655BA0A1C27B}" presName="hierRoot2" presStyleCnt="0">
        <dgm:presLayoutVars>
          <dgm:hierBranch val="init"/>
        </dgm:presLayoutVars>
      </dgm:prSet>
      <dgm:spPr/>
      <dgm:t>
        <a:bodyPr/>
        <a:lstStyle/>
        <a:p>
          <a:endParaRPr lang="ru-RU"/>
        </a:p>
      </dgm:t>
    </dgm:pt>
    <dgm:pt modelId="{307EA4E8-FEE7-4D35-A0A6-34984139D50C}" type="pres">
      <dgm:prSet presAssocID="{E60BF8C8-53AB-4BCA-9C3E-655BA0A1C27B}" presName="rootComposite" presStyleCnt="0"/>
      <dgm:spPr/>
      <dgm:t>
        <a:bodyPr/>
        <a:lstStyle/>
        <a:p>
          <a:endParaRPr lang="ru-RU"/>
        </a:p>
      </dgm:t>
    </dgm:pt>
    <dgm:pt modelId="{D09C9784-5368-4095-81CC-749359514A84}" type="pres">
      <dgm:prSet presAssocID="{E60BF8C8-53AB-4BCA-9C3E-655BA0A1C27B}" presName="rootText" presStyleLbl="node2" presStyleIdx="1" presStyleCnt="2" custScaleX="114675" custScaleY="93067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3429382A-AA9A-4E38-A025-902A1A7FD167}" type="pres">
      <dgm:prSet presAssocID="{E60BF8C8-53AB-4BCA-9C3E-655BA0A1C27B}" presName="rootConnector" presStyleLbl="node2" presStyleIdx="1" presStyleCnt="2"/>
      <dgm:spPr/>
      <dgm:t>
        <a:bodyPr/>
        <a:lstStyle/>
        <a:p>
          <a:endParaRPr lang="ru-RU"/>
        </a:p>
      </dgm:t>
    </dgm:pt>
    <dgm:pt modelId="{D1D7E6BD-FBCD-45DD-B780-12F98579E07B}" type="pres">
      <dgm:prSet presAssocID="{E60BF8C8-53AB-4BCA-9C3E-655BA0A1C27B}" presName="hierChild4" presStyleCnt="0"/>
      <dgm:spPr/>
      <dgm:t>
        <a:bodyPr/>
        <a:lstStyle/>
        <a:p>
          <a:endParaRPr lang="ru-RU"/>
        </a:p>
      </dgm:t>
    </dgm:pt>
    <dgm:pt modelId="{EF2696E2-6EDA-4066-83A1-1C8981A8F26C}" type="pres">
      <dgm:prSet presAssocID="{E60BF8C8-53AB-4BCA-9C3E-655BA0A1C27B}" presName="hierChild5" presStyleCnt="0"/>
      <dgm:spPr/>
      <dgm:t>
        <a:bodyPr/>
        <a:lstStyle/>
        <a:p>
          <a:endParaRPr lang="ru-RU"/>
        </a:p>
      </dgm:t>
    </dgm:pt>
    <dgm:pt modelId="{F2E7787B-6BE1-4690-9223-10CD94F1D601}" type="pres">
      <dgm:prSet presAssocID="{A1C00BFF-1352-478D-B509-CC0949435679}" presName="hierChild3" presStyleCnt="0"/>
      <dgm:spPr/>
      <dgm:t>
        <a:bodyPr/>
        <a:lstStyle/>
        <a:p>
          <a:endParaRPr lang="ru-RU"/>
        </a:p>
      </dgm:t>
    </dgm:pt>
  </dgm:ptLst>
  <dgm:cxnLst>
    <dgm:cxn modelId="{BE17DB67-7D73-4588-ACF9-37E563CB3AFD}" type="presOf" srcId="{E60BF8C8-53AB-4BCA-9C3E-655BA0A1C27B}" destId="{3429382A-AA9A-4E38-A025-902A1A7FD167}" srcOrd="1" destOrd="0" presId="urn:microsoft.com/office/officeart/2005/8/layout/orgChart1"/>
    <dgm:cxn modelId="{C801C63D-81F4-4F24-8693-E90691980BAB}" type="presOf" srcId="{B2413B52-2E46-466F-856A-14E9AE21883F}" destId="{97869021-689B-4C2F-A8EB-78B4BD4E9216}" srcOrd="0" destOrd="0" presId="urn:microsoft.com/office/officeart/2005/8/layout/orgChart1"/>
    <dgm:cxn modelId="{060CA4CC-A0DF-44F8-99BD-5EC39CE48CC1}" type="presOf" srcId="{A1C00BFF-1352-478D-B509-CC0949435679}" destId="{AEEA8846-CE0C-42A2-A956-3C2328B7B99E}" srcOrd="1" destOrd="0" presId="urn:microsoft.com/office/officeart/2005/8/layout/orgChart1"/>
    <dgm:cxn modelId="{39E2B88E-80FE-4D24-8846-076619D1B596}" type="presOf" srcId="{36DF34E3-99C8-4D2E-BF3E-FE3596FA3ACA}" destId="{DA4A25E2-EAD4-4DAA-B431-0B109C061559}" srcOrd="0" destOrd="0" presId="urn:microsoft.com/office/officeart/2005/8/layout/orgChart1"/>
    <dgm:cxn modelId="{0B17993E-EF5F-4ECA-A148-BF57E273D946}" srcId="{8D2B79C5-AC2B-4363-8344-9AD7DD9A0839}" destId="{A1C00BFF-1352-478D-B509-CC0949435679}" srcOrd="0" destOrd="0" parTransId="{255255AB-D2DF-4AA5-BD84-1B51106DC143}" sibTransId="{A70E84E5-50F8-4B79-A5A2-4D5533196866}"/>
    <dgm:cxn modelId="{A601685B-8F66-480A-9E55-28D85E64A6B5}" srcId="{A1C00BFF-1352-478D-B509-CC0949435679}" destId="{6BFE3F00-C82F-4CBD-9FDE-434005F3E2DD}" srcOrd="0" destOrd="0" parTransId="{B2413B52-2E46-466F-856A-14E9AE21883F}" sibTransId="{DDF68F27-F2FE-42F8-ADA9-1B0704B4FDCA}"/>
    <dgm:cxn modelId="{2A6F7CD0-1D60-477D-A43E-32D24BA9AE60}" type="presOf" srcId="{A1C00BFF-1352-478D-B509-CC0949435679}" destId="{AE784486-8039-42B4-BC45-22E03339FFDB}" srcOrd="0" destOrd="0" presId="urn:microsoft.com/office/officeart/2005/8/layout/orgChart1"/>
    <dgm:cxn modelId="{EECCE51B-773E-4C98-BD73-2254F2986D92}" type="presOf" srcId="{8D2B79C5-AC2B-4363-8344-9AD7DD9A0839}" destId="{799A41DE-D7BE-4B68-A0FB-21908F81D915}" srcOrd="0" destOrd="0" presId="urn:microsoft.com/office/officeart/2005/8/layout/orgChart1"/>
    <dgm:cxn modelId="{166B8787-05E6-4D06-B53B-C588F2DEDF16}" type="presOf" srcId="{6BFE3F00-C82F-4CBD-9FDE-434005F3E2DD}" destId="{1B1944C1-3FF0-4D01-B526-32A4FF798027}" srcOrd="0" destOrd="0" presId="urn:microsoft.com/office/officeart/2005/8/layout/orgChart1"/>
    <dgm:cxn modelId="{C12C2207-957B-4613-8704-9C1049691FB8}" srcId="{A1C00BFF-1352-478D-B509-CC0949435679}" destId="{E60BF8C8-53AB-4BCA-9C3E-655BA0A1C27B}" srcOrd="1" destOrd="0" parTransId="{36DF34E3-99C8-4D2E-BF3E-FE3596FA3ACA}" sibTransId="{517C7F2A-EB18-480A-8E55-F3EB297FB49F}"/>
    <dgm:cxn modelId="{359348BD-B915-4848-9D8F-4A294E5AF2FC}" type="presOf" srcId="{6BFE3F00-C82F-4CBD-9FDE-434005F3E2DD}" destId="{6A61AE12-36E1-4910-9B18-2476D7DC799F}" srcOrd="1" destOrd="0" presId="urn:microsoft.com/office/officeart/2005/8/layout/orgChart1"/>
    <dgm:cxn modelId="{109FB69C-E238-4EB9-A20D-828358081717}" type="presOf" srcId="{E60BF8C8-53AB-4BCA-9C3E-655BA0A1C27B}" destId="{D09C9784-5368-4095-81CC-749359514A84}" srcOrd="0" destOrd="0" presId="urn:microsoft.com/office/officeart/2005/8/layout/orgChart1"/>
    <dgm:cxn modelId="{E3E66B2E-0537-4DFF-82A0-E5601AA7BF8C}" type="presParOf" srcId="{799A41DE-D7BE-4B68-A0FB-21908F81D915}" destId="{D36C28D5-0E2D-42A0-A894-BA5C4430B905}" srcOrd="0" destOrd="0" presId="urn:microsoft.com/office/officeart/2005/8/layout/orgChart1"/>
    <dgm:cxn modelId="{A441E0E0-941C-43B4-98C6-4F93ABEB2EF3}" type="presParOf" srcId="{D36C28D5-0E2D-42A0-A894-BA5C4430B905}" destId="{10FCF1A7-49BA-4E3D-BECB-28ED8875EC5B}" srcOrd="0" destOrd="0" presId="urn:microsoft.com/office/officeart/2005/8/layout/orgChart1"/>
    <dgm:cxn modelId="{D586DB5E-6301-4091-B00B-F6F27B26A592}" type="presParOf" srcId="{10FCF1A7-49BA-4E3D-BECB-28ED8875EC5B}" destId="{AE784486-8039-42B4-BC45-22E03339FFDB}" srcOrd="0" destOrd="0" presId="urn:microsoft.com/office/officeart/2005/8/layout/orgChart1"/>
    <dgm:cxn modelId="{2E52FCC6-8DCF-4FDB-B883-66331CB4B697}" type="presParOf" srcId="{10FCF1A7-49BA-4E3D-BECB-28ED8875EC5B}" destId="{AEEA8846-CE0C-42A2-A956-3C2328B7B99E}" srcOrd="1" destOrd="0" presId="urn:microsoft.com/office/officeart/2005/8/layout/orgChart1"/>
    <dgm:cxn modelId="{5313885E-A759-4EAF-A144-B2C9E8C2DB24}" type="presParOf" srcId="{D36C28D5-0E2D-42A0-A894-BA5C4430B905}" destId="{1ABDDE0D-B519-45F5-89D1-682EB2FF2292}" srcOrd="1" destOrd="0" presId="urn:microsoft.com/office/officeart/2005/8/layout/orgChart1"/>
    <dgm:cxn modelId="{840ABD88-AC8A-4CEE-B8C6-E0C44E866CB7}" type="presParOf" srcId="{1ABDDE0D-B519-45F5-89D1-682EB2FF2292}" destId="{97869021-689B-4C2F-A8EB-78B4BD4E9216}" srcOrd="0" destOrd="0" presId="urn:microsoft.com/office/officeart/2005/8/layout/orgChart1"/>
    <dgm:cxn modelId="{80A01592-A0A6-4813-B3B6-C530D27F10FC}" type="presParOf" srcId="{1ABDDE0D-B519-45F5-89D1-682EB2FF2292}" destId="{A882C86F-617D-4AD8-8A17-8FEF60BFBA15}" srcOrd="1" destOrd="0" presId="urn:microsoft.com/office/officeart/2005/8/layout/orgChart1"/>
    <dgm:cxn modelId="{86612524-131F-421D-900E-5CB4214CBD7D}" type="presParOf" srcId="{A882C86F-617D-4AD8-8A17-8FEF60BFBA15}" destId="{DA7B72F0-C9C4-474F-BD58-14C2004D0B53}" srcOrd="0" destOrd="0" presId="urn:microsoft.com/office/officeart/2005/8/layout/orgChart1"/>
    <dgm:cxn modelId="{B417A079-2D32-4E44-A43C-262A50CB4E49}" type="presParOf" srcId="{DA7B72F0-C9C4-474F-BD58-14C2004D0B53}" destId="{1B1944C1-3FF0-4D01-B526-32A4FF798027}" srcOrd="0" destOrd="0" presId="urn:microsoft.com/office/officeart/2005/8/layout/orgChart1"/>
    <dgm:cxn modelId="{A4732D00-5D99-438E-BAEC-D9A52518C20F}" type="presParOf" srcId="{DA7B72F0-C9C4-474F-BD58-14C2004D0B53}" destId="{6A61AE12-36E1-4910-9B18-2476D7DC799F}" srcOrd="1" destOrd="0" presId="urn:microsoft.com/office/officeart/2005/8/layout/orgChart1"/>
    <dgm:cxn modelId="{D22597A5-172A-4BE6-8AC7-E9F1702EDBB8}" type="presParOf" srcId="{A882C86F-617D-4AD8-8A17-8FEF60BFBA15}" destId="{F981B303-9CA7-4CF0-A705-D2AD71D6F2AA}" srcOrd="1" destOrd="0" presId="urn:microsoft.com/office/officeart/2005/8/layout/orgChart1"/>
    <dgm:cxn modelId="{7EE0CE00-F437-45BA-AC5E-DFF240DC042B}" type="presParOf" srcId="{A882C86F-617D-4AD8-8A17-8FEF60BFBA15}" destId="{4FC589EF-300B-4F86-B312-12D92A7DBE1B}" srcOrd="2" destOrd="0" presId="urn:microsoft.com/office/officeart/2005/8/layout/orgChart1"/>
    <dgm:cxn modelId="{5C8EF475-ED4D-40D6-8191-84F248F86AC4}" type="presParOf" srcId="{1ABDDE0D-B519-45F5-89D1-682EB2FF2292}" destId="{DA4A25E2-EAD4-4DAA-B431-0B109C061559}" srcOrd="2" destOrd="0" presId="urn:microsoft.com/office/officeart/2005/8/layout/orgChart1"/>
    <dgm:cxn modelId="{14AA8ACD-2318-401D-829E-722223B56336}" type="presParOf" srcId="{1ABDDE0D-B519-45F5-89D1-682EB2FF2292}" destId="{F5A5B5A2-CB20-4F89-9EF6-30AB00309AE2}" srcOrd="3" destOrd="0" presId="urn:microsoft.com/office/officeart/2005/8/layout/orgChart1"/>
    <dgm:cxn modelId="{B51BD476-79FF-4A44-AA49-A73B12806E4D}" type="presParOf" srcId="{F5A5B5A2-CB20-4F89-9EF6-30AB00309AE2}" destId="{307EA4E8-FEE7-4D35-A0A6-34984139D50C}" srcOrd="0" destOrd="0" presId="urn:microsoft.com/office/officeart/2005/8/layout/orgChart1"/>
    <dgm:cxn modelId="{942B4066-5062-4804-9A4D-97135DB84470}" type="presParOf" srcId="{307EA4E8-FEE7-4D35-A0A6-34984139D50C}" destId="{D09C9784-5368-4095-81CC-749359514A84}" srcOrd="0" destOrd="0" presId="urn:microsoft.com/office/officeart/2005/8/layout/orgChart1"/>
    <dgm:cxn modelId="{74E8BAEA-F336-4459-BF02-235FAD61616B}" type="presParOf" srcId="{307EA4E8-FEE7-4D35-A0A6-34984139D50C}" destId="{3429382A-AA9A-4E38-A025-902A1A7FD167}" srcOrd="1" destOrd="0" presId="urn:microsoft.com/office/officeart/2005/8/layout/orgChart1"/>
    <dgm:cxn modelId="{E3229B0A-2321-4819-A8B7-6E9BEECF9EF9}" type="presParOf" srcId="{F5A5B5A2-CB20-4F89-9EF6-30AB00309AE2}" destId="{D1D7E6BD-FBCD-45DD-B780-12F98579E07B}" srcOrd="1" destOrd="0" presId="urn:microsoft.com/office/officeart/2005/8/layout/orgChart1"/>
    <dgm:cxn modelId="{D1F6BA36-E98C-4A4F-B611-4351B9E5F5AF}" type="presParOf" srcId="{F5A5B5A2-CB20-4F89-9EF6-30AB00309AE2}" destId="{EF2696E2-6EDA-4066-83A1-1C8981A8F26C}" srcOrd="2" destOrd="0" presId="urn:microsoft.com/office/officeart/2005/8/layout/orgChart1"/>
    <dgm:cxn modelId="{41FE72F9-295E-49CE-982B-3C1EA89A48EB}" type="presParOf" srcId="{D36C28D5-0E2D-42A0-A894-BA5C4430B905}" destId="{F2E7787B-6BE1-4690-9223-10CD94F1D601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D2B79C5-AC2B-4363-8344-9AD7DD9A0839}" type="doc">
      <dgm:prSet loTypeId="urn:microsoft.com/office/officeart/2005/8/layout/orgChart1" loCatId="hierarchy" qsTypeId="urn:microsoft.com/office/officeart/2005/8/quickstyle/3d3" qsCatId="3D" csTypeId="urn:microsoft.com/office/officeart/2005/8/colors/accent1_1" csCatId="accent1" phldr="1"/>
      <dgm:spPr/>
      <dgm:t>
        <a:bodyPr/>
        <a:lstStyle/>
        <a:p>
          <a:endParaRPr lang="ru-RU"/>
        </a:p>
      </dgm:t>
    </dgm:pt>
    <dgm:pt modelId="{A1C00BFF-1352-478D-B509-CC0949435679}">
      <dgm:prSet phldrT="[Текст]" custT="1"/>
      <dgm:spPr/>
      <dgm:t>
        <a:bodyPr/>
        <a:lstStyle/>
        <a:p>
          <a:r>
            <a:rPr lang="ru-RU" sz="2600" b="1" dirty="0" smtClean="0"/>
            <a:t>Почему ушли от исследования к научному исследованию?</a:t>
          </a:r>
          <a:endParaRPr lang="ru-RU" sz="2600" b="1" dirty="0"/>
        </a:p>
      </dgm:t>
    </dgm:pt>
    <dgm:pt modelId="{255255AB-D2DF-4AA5-BD84-1B51106DC143}" type="parTrans" cxnId="{0B17993E-EF5F-4ECA-A148-BF57E273D946}">
      <dgm:prSet/>
      <dgm:spPr/>
      <dgm:t>
        <a:bodyPr/>
        <a:lstStyle/>
        <a:p>
          <a:endParaRPr lang="ru-RU"/>
        </a:p>
      </dgm:t>
    </dgm:pt>
    <dgm:pt modelId="{A70E84E5-50F8-4B79-A5A2-4D5533196866}" type="sibTrans" cxnId="{0B17993E-EF5F-4ECA-A148-BF57E273D946}">
      <dgm:prSet/>
      <dgm:spPr/>
      <dgm:t>
        <a:bodyPr/>
        <a:lstStyle/>
        <a:p>
          <a:endParaRPr lang="ru-RU"/>
        </a:p>
      </dgm:t>
    </dgm:pt>
    <dgm:pt modelId="{6BFE3F00-C82F-4CBD-9FDE-434005F3E2DD}">
      <dgm:prSet phldrT="[Текст]" custT="1"/>
      <dgm:spPr/>
      <dgm:t>
        <a:bodyPr/>
        <a:lstStyle/>
        <a:p>
          <a:pPr algn="ctr"/>
          <a:r>
            <a:rPr lang="ru-RU" sz="2400" b="0" u="none" dirty="0" smtClean="0"/>
            <a:t>Исследователь может неправильно получить знания об объекте исследования</a:t>
          </a:r>
          <a:endParaRPr lang="ru-RU" sz="2400" b="0" u="none" dirty="0"/>
        </a:p>
      </dgm:t>
    </dgm:pt>
    <dgm:pt modelId="{B2413B52-2E46-466F-856A-14E9AE21883F}" type="parTrans" cxnId="{A601685B-8F66-480A-9E55-28D85E64A6B5}">
      <dgm:prSet/>
      <dgm:spPr/>
      <dgm:t>
        <a:bodyPr/>
        <a:lstStyle/>
        <a:p>
          <a:endParaRPr lang="ru-RU"/>
        </a:p>
      </dgm:t>
    </dgm:pt>
    <dgm:pt modelId="{DDF68F27-F2FE-42F8-ADA9-1B0704B4FDCA}" type="sibTrans" cxnId="{A601685B-8F66-480A-9E55-28D85E64A6B5}">
      <dgm:prSet/>
      <dgm:spPr/>
      <dgm:t>
        <a:bodyPr/>
        <a:lstStyle/>
        <a:p>
          <a:endParaRPr lang="ru-RU"/>
        </a:p>
      </dgm:t>
    </dgm:pt>
    <dgm:pt modelId="{E60BF8C8-53AB-4BCA-9C3E-655BA0A1C27B}">
      <dgm:prSet phldrT="[Текст]" custT="1"/>
      <dgm:spPr/>
      <dgm:t>
        <a:bodyPr/>
        <a:lstStyle/>
        <a:p>
          <a:pPr algn="ctr"/>
          <a:r>
            <a:rPr lang="ru-RU" sz="2400" b="0" u="none" dirty="0" smtClean="0">
              <a:latin typeface="+mn-lt"/>
            </a:rPr>
            <a:t>На вопрос «Как получают знания» человек отвечает исходя из своих соображений, своей модели мира</a:t>
          </a:r>
          <a:endParaRPr lang="ru-RU" sz="2400" b="0" u="none" dirty="0">
            <a:latin typeface="+mn-lt"/>
          </a:endParaRPr>
        </a:p>
      </dgm:t>
    </dgm:pt>
    <dgm:pt modelId="{36DF34E3-99C8-4D2E-BF3E-FE3596FA3ACA}" type="parTrans" cxnId="{C12C2207-957B-4613-8704-9C1049691FB8}">
      <dgm:prSet/>
      <dgm:spPr/>
      <dgm:t>
        <a:bodyPr/>
        <a:lstStyle/>
        <a:p>
          <a:endParaRPr lang="ru-RU"/>
        </a:p>
      </dgm:t>
    </dgm:pt>
    <dgm:pt modelId="{517C7F2A-EB18-480A-8E55-F3EB297FB49F}" type="sibTrans" cxnId="{C12C2207-957B-4613-8704-9C1049691FB8}">
      <dgm:prSet/>
      <dgm:spPr/>
      <dgm:t>
        <a:bodyPr/>
        <a:lstStyle/>
        <a:p>
          <a:endParaRPr lang="ru-RU"/>
        </a:p>
      </dgm:t>
    </dgm:pt>
    <dgm:pt modelId="{799A41DE-D7BE-4B68-A0FB-21908F81D915}" type="pres">
      <dgm:prSet presAssocID="{8D2B79C5-AC2B-4363-8344-9AD7DD9A0839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ru-RU"/>
        </a:p>
      </dgm:t>
    </dgm:pt>
    <dgm:pt modelId="{D36C28D5-0E2D-42A0-A894-BA5C4430B905}" type="pres">
      <dgm:prSet presAssocID="{A1C00BFF-1352-478D-B509-CC0949435679}" presName="hierRoot1" presStyleCnt="0">
        <dgm:presLayoutVars>
          <dgm:hierBranch val="r"/>
        </dgm:presLayoutVars>
      </dgm:prSet>
      <dgm:spPr/>
      <dgm:t>
        <a:bodyPr/>
        <a:lstStyle/>
        <a:p>
          <a:endParaRPr lang="ru-RU"/>
        </a:p>
      </dgm:t>
    </dgm:pt>
    <dgm:pt modelId="{10FCF1A7-49BA-4E3D-BECB-28ED8875EC5B}" type="pres">
      <dgm:prSet presAssocID="{A1C00BFF-1352-478D-B509-CC0949435679}" presName="rootComposite1" presStyleCnt="0"/>
      <dgm:spPr/>
      <dgm:t>
        <a:bodyPr/>
        <a:lstStyle/>
        <a:p>
          <a:endParaRPr lang="ru-RU"/>
        </a:p>
      </dgm:t>
    </dgm:pt>
    <dgm:pt modelId="{AE784486-8039-42B4-BC45-22E03339FFDB}" type="pres">
      <dgm:prSet presAssocID="{A1C00BFF-1352-478D-B509-CC0949435679}" presName="rootText1" presStyleLbl="node0" presStyleIdx="0" presStyleCnt="1" custScaleX="253524" custScaleY="52046" custLinFactNeighborX="-2566" custLinFactNeighborY="-8448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AEEA8846-CE0C-42A2-A956-3C2328B7B99E}" type="pres">
      <dgm:prSet presAssocID="{A1C00BFF-1352-478D-B509-CC0949435679}" presName="rootConnector1" presStyleLbl="node1" presStyleIdx="0" presStyleCnt="0"/>
      <dgm:spPr/>
      <dgm:t>
        <a:bodyPr/>
        <a:lstStyle/>
        <a:p>
          <a:endParaRPr lang="ru-RU"/>
        </a:p>
      </dgm:t>
    </dgm:pt>
    <dgm:pt modelId="{1ABDDE0D-B519-45F5-89D1-682EB2FF2292}" type="pres">
      <dgm:prSet presAssocID="{A1C00BFF-1352-478D-B509-CC0949435679}" presName="hierChild2" presStyleCnt="0"/>
      <dgm:spPr/>
      <dgm:t>
        <a:bodyPr/>
        <a:lstStyle/>
        <a:p>
          <a:endParaRPr lang="ru-RU"/>
        </a:p>
      </dgm:t>
    </dgm:pt>
    <dgm:pt modelId="{CF45D3CC-3AEC-4789-BEF4-EB9D246FA273}" type="pres">
      <dgm:prSet presAssocID="{B2413B52-2E46-466F-856A-14E9AE21883F}" presName="Name50" presStyleLbl="parChTrans1D2" presStyleIdx="0" presStyleCnt="2"/>
      <dgm:spPr/>
      <dgm:t>
        <a:bodyPr/>
        <a:lstStyle/>
        <a:p>
          <a:endParaRPr lang="ru-RU"/>
        </a:p>
      </dgm:t>
    </dgm:pt>
    <dgm:pt modelId="{A882C86F-617D-4AD8-8A17-8FEF60BFBA15}" type="pres">
      <dgm:prSet presAssocID="{6BFE3F00-C82F-4CBD-9FDE-434005F3E2DD}" presName="hierRoot2" presStyleCnt="0">
        <dgm:presLayoutVars>
          <dgm:hierBranch val="init"/>
        </dgm:presLayoutVars>
      </dgm:prSet>
      <dgm:spPr/>
      <dgm:t>
        <a:bodyPr/>
        <a:lstStyle/>
        <a:p>
          <a:endParaRPr lang="ru-RU"/>
        </a:p>
      </dgm:t>
    </dgm:pt>
    <dgm:pt modelId="{DA7B72F0-C9C4-474F-BD58-14C2004D0B53}" type="pres">
      <dgm:prSet presAssocID="{6BFE3F00-C82F-4CBD-9FDE-434005F3E2DD}" presName="rootComposite" presStyleCnt="0"/>
      <dgm:spPr/>
      <dgm:t>
        <a:bodyPr/>
        <a:lstStyle/>
        <a:p>
          <a:endParaRPr lang="ru-RU"/>
        </a:p>
      </dgm:t>
    </dgm:pt>
    <dgm:pt modelId="{1B1944C1-3FF0-4D01-B526-32A4FF798027}" type="pres">
      <dgm:prSet presAssocID="{6BFE3F00-C82F-4CBD-9FDE-434005F3E2DD}" presName="rootText" presStyleLbl="node2" presStyleIdx="0" presStyleCnt="2" custScaleX="193240" custScaleY="71448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6A61AE12-36E1-4910-9B18-2476D7DC799F}" type="pres">
      <dgm:prSet presAssocID="{6BFE3F00-C82F-4CBD-9FDE-434005F3E2DD}" presName="rootConnector" presStyleLbl="node2" presStyleIdx="0" presStyleCnt="2"/>
      <dgm:spPr/>
      <dgm:t>
        <a:bodyPr/>
        <a:lstStyle/>
        <a:p>
          <a:endParaRPr lang="ru-RU"/>
        </a:p>
      </dgm:t>
    </dgm:pt>
    <dgm:pt modelId="{F981B303-9CA7-4CF0-A705-D2AD71D6F2AA}" type="pres">
      <dgm:prSet presAssocID="{6BFE3F00-C82F-4CBD-9FDE-434005F3E2DD}" presName="hierChild4" presStyleCnt="0"/>
      <dgm:spPr/>
      <dgm:t>
        <a:bodyPr/>
        <a:lstStyle/>
        <a:p>
          <a:endParaRPr lang="ru-RU"/>
        </a:p>
      </dgm:t>
    </dgm:pt>
    <dgm:pt modelId="{4FC589EF-300B-4F86-B312-12D92A7DBE1B}" type="pres">
      <dgm:prSet presAssocID="{6BFE3F00-C82F-4CBD-9FDE-434005F3E2DD}" presName="hierChild5" presStyleCnt="0"/>
      <dgm:spPr/>
      <dgm:t>
        <a:bodyPr/>
        <a:lstStyle/>
        <a:p>
          <a:endParaRPr lang="ru-RU"/>
        </a:p>
      </dgm:t>
    </dgm:pt>
    <dgm:pt modelId="{AA685F8E-76DD-4023-B1BB-285FFE6ABEA1}" type="pres">
      <dgm:prSet presAssocID="{36DF34E3-99C8-4D2E-BF3E-FE3596FA3ACA}" presName="Name50" presStyleLbl="parChTrans1D2" presStyleIdx="1" presStyleCnt="2"/>
      <dgm:spPr/>
      <dgm:t>
        <a:bodyPr/>
        <a:lstStyle/>
        <a:p>
          <a:endParaRPr lang="ru-RU"/>
        </a:p>
      </dgm:t>
    </dgm:pt>
    <dgm:pt modelId="{F5A5B5A2-CB20-4F89-9EF6-30AB00309AE2}" type="pres">
      <dgm:prSet presAssocID="{E60BF8C8-53AB-4BCA-9C3E-655BA0A1C27B}" presName="hierRoot2" presStyleCnt="0">
        <dgm:presLayoutVars>
          <dgm:hierBranch val="init"/>
        </dgm:presLayoutVars>
      </dgm:prSet>
      <dgm:spPr/>
      <dgm:t>
        <a:bodyPr/>
        <a:lstStyle/>
        <a:p>
          <a:endParaRPr lang="ru-RU"/>
        </a:p>
      </dgm:t>
    </dgm:pt>
    <dgm:pt modelId="{307EA4E8-FEE7-4D35-A0A6-34984139D50C}" type="pres">
      <dgm:prSet presAssocID="{E60BF8C8-53AB-4BCA-9C3E-655BA0A1C27B}" presName="rootComposite" presStyleCnt="0"/>
      <dgm:spPr/>
      <dgm:t>
        <a:bodyPr/>
        <a:lstStyle/>
        <a:p>
          <a:endParaRPr lang="ru-RU"/>
        </a:p>
      </dgm:t>
    </dgm:pt>
    <dgm:pt modelId="{D09C9784-5368-4095-81CC-749359514A84}" type="pres">
      <dgm:prSet presAssocID="{E60BF8C8-53AB-4BCA-9C3E-655BA0A1C27B}" presName="rootText" presStyleLbl="node2" presStyleIdx="1" presStyleCnt="2" custScaleX="192131" custScaleY="71448" custLinFactNeighborX="2" custLinFactNeighborY="-100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3429382A-AA9A-4E38-A025-902A1A7FD167}" type="pres">
      <dgm:prSet presAssocID="{E60BF8C8-53AB-4BCA-9C3E-655BA0A1C27B}" presName="rootConnector" presStyleLbl="node2" presStyleIdx="1" presStyleCnt="2"/>
      <dgm:spPr/>
      <dgm:t>
        <a:bodyPr/>
        <a:lstStyle/>
        <a:p>
          <a:endParaRPr lang="ru-RU"/>
        </a:p>
      </dgm:t>
    </dgm:pt>
    <dgm:pt modelId="{D1D7E6BD-FBCD-45DD-B780-12F98579E07B}" type="pres">
      <dgm:prSet presAssocID="{E60BF8C8-53AB-4BCA-9C3E-655BA0A1C27B}" presName="hierChild4" presStyleCnt="0"/>
      <dgm:spPr/>
      <dgm:t>
        <a:bodyPr/>
        <a:lstStyle/>
        <a:p>
          <a:endParaRPr lang="ru-RU"/>
        </a:p>
      </dgm:t>
    </dgm:pt>
    <dgm:pt modelId="{EF2696E2-6EDA-4066-83A1-1C8981A8F26C}" type="pres">
      <dgm:prSet presAssocID="{E60BF8C8-53AB-4BCA-9C3E-655BA0A1C27B}" presName="hierChild5" presStyleCnt="0"/>
      <dgm:spPr/>
      <dgm:t>
        <a:bodyPr/>
        <a:lstStyle/>
        <a:p>
          <a:endParaRPr lang="ru-RU"/>
        </a:p>
      </dgm:t>
    </dgm:pt>
    <dgm:pt modelId="{F2E7787B-6BE1-4690-9223-10CD94F1D601}" type="pres">
      <dgm:prSet presAssocID="{A1C00BFF-1352-478D-B509-CC0949435679}" presName="hierChild3" presStyleCnt="0"/>
      <dgm:spPr/>
      <dgm:t>
        <a:bodyPr/>
        <a:lstStyle/>
        <a:p>
          <a:endParaRPr lang="ru-RU"/>
        </a:p>
      </dgm:t>
    </dgm:pt>
  </dgm:ptLst>
  <dgm:cxnLst>
    <dgm:cxn modelId="{BE17DB67-7D73-4588-ACF9-37E563CB3AFD}" type="presOf" srcId="{E60BF8C8-53AB-4BCA-9C3E-655BA0A1C27B}" destId="{3429382A-AA9A-4E38-A025-902A1A7FD167}" srcOrd="1" destOrd="0" presId="urn:microsoft.com/office/officeart/2005/8/layout/orgChart1"/>
    <dgm:cxn modelId="{060CA4CC-A0DF-44F8-99BD-5EC39CE48CC1}" type="presOf" srcId="{A1C00BFF-1352-478D-B509-CC0949435679}" destId="{AEEA8846-CE0C-42A2-A956-3C2328B7B99E}" srcOrd="1" destOrd="0" presId="urn:microsoft.com/office/officeart/2005/8/layout/orgChart1"/>
    <dgm:cxn modelId="{D96BE566-A56F-40E1-BBAA-6F2D41D12219}" type="presOf" srcId="{36DF34E3-99C8-4D2E-BF3E-FE3596FA3ACA}" destId="{AA685F8E-76DD-4023-B1BB-285FFE6ABEA1}" srcOrd="0" destOrd="0" presId="urn:microsoft.com/office/officeart/2005/8/layout/orgChart1"/>
    <dgm:cxn modelId="{0B17993E-EF5F-4ECA-A148-BF57E273D946}" srcId="{8D2B79C5-AC2B-4363-8344-9AD7DD9A0839}" destId="{A1C00BFF-1352-478D-B509-CC0949435679}" srcOrd="0" destOrd="0" parTransId="{255255AB-D2DF-4AA5-BD84-1B51106DC143}" sibTransId="{A70E84E5-50F8-4B79-A5A2-4D5533196866}"/>
    <dgm:cxn modelId="{A601685B-8F66-480A-9E55-28D85E64A6B5}" srcId="{A1C00BFF-1352-478D-B509-CC0949435679}" destId="{6BFE3F00-C82F-4CBD-9FDE-434005F3E2DD}" srcOrd="0" destOrd="0" parTransId="{B2413B52-2E46-466F-856A-14E9AE21883F}" sibTransId="{DDF68F27-F2FE-42F8-ADA9-1B0704B4FDCA}"/>
    <dgm:cxn modelId="{2A6F7CD0-1D60-477D-A43E-32D24BA9AE60}" type="presOf" srcId="{A1C00BFF-1352-478D-B509-CC0949435679}" destId="{AE784486-8039-42B4-BC45-22E03339FFDB}" srcOrd="0" destOrd="0" presId="urn:microsoft.com/office/officeart/2005/8/layout/orgChart1"/>
    <dgm:cxn modelId="{EABEBBDE-9FAA-4A4C-8F0B-44F61EE463BF}" type="presOf" srcId="{B2413B52-2E46-466F-856A-14E9AE21883F}" destId="{CF45D3CC-3AEC-4789-BEF4-EB9D246FA273}" srcOrd="0" destOrd="0" presId="urn:microsoft.com/office/officeart/2005/8/layout/orgChart1"/>
    <dgm:cxn modelId="{EECCE51B-773E-4C98-BD73-2254F2986D92}" type="presOf" srcId="{8D2B79C5-AC2B-4363-8344-9AD7DD9A0839}" destId="{799A41DE-D7BE-4B68-A0FB-21908F81D915}" srcOrd="0" destOrd="0" presId="urn:microsoft.com/office/officeart/2005/8/layout/orgChart1"/>
    <dgm:cxn modelId="{166B8787-05E6-4D06-B53B-C588F2DEDF16}" type="presOf" srcId="{6BFE3F00-C82F-4CBD-9FDE-434005F3E2DD}" destId="{1B1944C1-3FF0-4D01-B526-32A4FF798027}" srcOrd="0" destOrd="0" presId="urn:microsoft.com/office/officeart/2005/8/layout/orgChart1"/>
    <dgm:cxn modelId="{C12C2207-957B-4613-8704-9C1049691FB8}" srcId="{A1C00BFF-1352-478D-B509-CC0949435679}" destId="{E60BF8C8-53AB-4BCA-9C3E-655BA0A1C27B}" srcOrd="1" destOrd="0" parTransId="{36DF34E3-99C8-4D2E-BF3E-FE3596FA3ACA}" sibTransId="{517C7F2A-EB18-480A-8E55-F3EB297FB49F}"/>
    <dgm:cxn modelId="{359348BD-B915-4848-9D8F-4A294E5AF2FC}" type="presOf" srcId="{6BFE3F00-C82F-4CBD-9FDE-434005F3E2DD}" destId="{6A61AE12-36E1-4910-9B18-2476D7DC799F}" srcOrd="1" destOrd="0" presId="urn:microsoft.com/office/officeart/2005/8/layout/orgChart1"/>
    <dgm:cxn modelId="{109FB69C-E238-4EB9-A20D-828358081717}" type="presOf" srcId="{E60BF8C8-53AB-4BCA-9C3E-655BA0A1C27B}" destId="{D09C9784-5368-4095-81CC-749359514A84}" srcOrd="0" destOrd="0" presId="urn:microsoft.com/office/officeart/2005/8/layout/orgChart1"/>
    <dgm:cxn modelId="{E3E66B2E-0537-4DFF-82A0-E5601AA7BF8C}" type="presParOf" srcId="{799A41DE-D7BE-4B68-A0FB-21908F81D915}" destId="{D36C28D5-0E2D-42A0-A894-BA5C4430B905}" srcOrd="0" destOrd="0" presId="urn:microsoft.com/office/officeart/2005/8/layout/orgChart1"/>
    <dgm:cxn modelId="{A441E0E0-941C-43B4-98C6-4F93ABEB2EF3}" type="presParOf" srcId="{D36C28D5-0E2D-42A0-A894-BA5C4430B905}" destId="{10FCF1A7-49BA-4E3D-BECB-28ED8875EC5B}" srcOrd="0" destOrd="0" presId="urn:microsoft.com/office/officeart/2005/8/layout/orgChart1"/>
    <dgm:cxn modelId="{D586DB5E-6301-4091-B00B-F6F27B26A592}" type="presParOf" srcId="{10FCF1A7-49BA-4E3D-BECB-28ED8875EC5B}" destId="{AE784486-8039-42B4-BC45-22E03339FFDB}" srcOrd="0" destOrd="0" presId="urn:microsoft.com/office/officeart/2005/8/layout/orgChart1"/>
    <dgm:cxn modelId="{2E52FCC6-8DCF-4FDB-B883-66331CB4B697}" type="presParOf" srcId="{10FCF1A7-49BA-4E3D-BECB-28ED8875EC5B}" destId="{AEEA8846-CE0C-42A2-A956-3C2328B7B99E}" srcOrd="1" destOrd="0" presId="urn:microsoft.com/office/officeart/2005/8/layout/orgChart1"/>
    <dgm:cxn modelId="{5313885E-A759-4EAF-A144-B2C9E8C2DB24}" type="presParOf" srcId="{D36C28D5-0E2D-42A0-A894-BA5C4430B905}" destId="{1ABDDE0D-B519-45F5-89D1-682EB2FF2292}" srcOrd="1" destOrd="0" presId="urn:microsoft.com/office/officeart/2005/8/layout/orgChart1"/>
    <dgm:cxn modelId="{C5707D8E-3290-41EC-AA7C-81257F304B39}" type="presParOf" srcId="{1ABDDE0D-B519-45F5-89D1-682EB2FF2292}" destId="{CF45D3CC-3AEC-4789-BEF4-EB9D246FA273}" srcOrd="0" destOrd="0" presId="urn:microsoft.com/office/officeart/2005/8/layout/orgChart1"/>
    <dgm:cxn modelId="{80A01592-A0A6-4813-B3B6-C530D27F10FC}" type="presParOf" srcId="{1ABDDE0D-B519-45F5-89D1-682EB2FF2292}" destId="{A882C86F-617D-4AD8-8A17-8FEF60BFBA15}" srcOrd="1" destOrd="0" presId="urn:microsoft.com/office/officeart/2005/8/layout/orgChart1"/>
    <dgm:cxn modelId="{86612524-131F-421D-900E-5CB4214CBD7D}" type="presParOf" srcId="{A882C86F-617D-4AD8-8A17-8FEF60BFBA15}" destId="{DA7B72F0-C9C4-474F-BD58-14C2004D0B53}" srcOrd="0" destOrd="0" presId="urn:microsoft.com/office/officeart/2005/8/layout/orgChart1"/>
    <dgm:cxn modelId="{B417A079-2D32-4E44-A43C-262A50CB4E49}" type="presParOf" srcId="{DA7B72F0-C9C4-474F-BD58-14C2004D0B53}" destId="{1B1944C1-3FF0-4D01-B526-32A4FF798027}" srcOrd="0" destOrd="0" presId="urn:microsoft.com/office/officeart/2005/8/layout/orgChart1"/>
    <dgm:cxn modelId="{A4732D00-5D99-438E-BAEC-D9A52518C20F}" type="presParOf" srcId="{DA7B72F0-C9C4-474F-BD58-14C2004D0B53}" destId="{6A61AE12-36E1-4910-9B18-2476D7DC799F}" srcOrd="1" destOrd="0" presId="urn:microsoft.com/office/officeart/2005/8/layout/orgChart1"/>
    <dgm:cxn modelId="{D22597A5-172A-4BE6-8AC7-E9F1702EDBB8}" type="presParOf" srcId="{A882C86F-617D-4AD8-8A17-8FEF60BFBA15}" destId="{F981B303-9CA7-4CF0-A705-D2AD71D6F2AA}" srcOrd="1" destOrd="0" presId="urn:microsoft.com/office/officeart/2005/8/layout/orgChart1"/>
    <dgm:cxn modelId="{7EE0CE00-F437-45BA-AC5E-DFF240DC042B}" type="presParOf" srcId="{A882C86F-617D-4AD8-8A17-8FEF60BFBA15}" destId="{4FC589EF-300B-4F86-B312-12D92A7DBE1B}" srcOrd="2" destOrd="0" presId="urn:microsoft.com/office/officeart/2005/8/layout/orgChart1"/>
    <dgm:cxn modelId="{968DB26C-C5AA-492D-8BD1-39561166063F}" type="presParOf" srcId="{1ABDDE0D-B519-45F5-89D1-682EB2FF2292}" destId="{AA685F8E-76DD-4023-B1BB-285FFE6ABEA1}" srcOrd="2" destOrd="0" presId="urn:microsoft.com/office/officeart/2005/8/layout/orgChart1"/>
    <dgm:cxn modelId="{14AA8ACD-2318-401D-829E-722223B56336}" type="presParOf" srcId="{1ABDDE0D-B519-45F5-89D1-682EB2FF2292}" destId="{F5A5B5A2-CB20-4F89-9EF6-30AB00309AE2}" srcOrd="3" destOrd="0" presId="urn:microsoft.com/office/officeart/2005/8/layout/orgChart1"/>
    <dgm:cxn modelId="{B51BD476-79FF-4A44-AA49-A73B12806E4D}" type="presParOf" srcId="{F5A5B5A2-CB20-4F89-9EF6-30AB00309AE2}" destId="{307EA4E8-FEE7-4D35-A0A6-34984139D50C}" srcOrd="0" destOrd="0" presId="urn:microsoft.com/office/officeart/2005/8/layout/orgChart1"/>
    <dgm:cxn modelId="{942B4066-5062-4804-9A4D-97135DB84470}" type="presParOf" srcId="{307EA4E8-FEE7-4D35-A0A6-34984139D50C}" destId="{D09C9784-5368-4095-81CC-749359514A84}" srcOrd="0" destOrd="0" presId="urn:microsoft.com/office/officeart/2005/8/layout/orgChart1"/>
    <dgm:cxn modelId="{74E8BAEA-F336-4459-BF02-235FAD61616B}" type="presParOf" srcId="{307EA4E8-FEE7-4D35-A0A6-34984139D50C}" destId="{3429382A-AA9A-4E38-A025-902A1A7FD167}" srcOrd="1" destOrd="0" presId="urn:microsoft.com/office/officeart/2005/8/layout/orgChart1"/>
    <dgm:cxn modelId="{E3229B0A-2321-4819-A8B7-6E9BEECF9EF9}" type="presParOf" srcId="{F5A5B5A2-CB20-4F89-9EF6-30AB00309AE2}" destId="{D1D7E6BD-FBCD-45DD-B780-12F98579E07B}" srcOrd="1" destOrd="0" presId="urn:microsoft.com/office/officeart/2005/8/layout/orgChart1"/>
    <dgm:cxn modelId="{D1F6BA36-E98C-4A4F-B611-4351B9E5F5AF}" type="presParOf" srcId="{F5A5B5A2-CB20-4F89-9EF6-30AB00309AE2}" destId="{EF2696E2-6EDA-4066-83A1-1C8981A8F26C}" srcOrd="2" destOrd="0" presId="urn:microsoft.com/office/officeart/2005/8/layout/orgChart1"/>
    <dgm:cxn modelId="{41FE72F9-295E-49CE-982B-3C1EA89A48EB}" type="presParOf" srcId="{D36C28D5-0E2D-42A0-A894-BA5C4430B905}" destId="{F2E7787B-6BE1-4690-9223-10CD94F1D601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ECE290A-A657-491C-A411-FDC60F72108B}" type="doc">
      <dgm:prSet loTypeId="urn:microsoft.com/office/officeart/2005/8/layout/default" loCatId="list" qsTypeId="urn:microsoft.com/office/officeart/2005/8/quickstyle/3d3" qsCatId="3D" csTypeId="urn:microsoft.com/office/officeart/2005/8/colors/accent1_1" csCatId="accent1" phldr="1"/>
      <dgm:spPr/>
      <dgm:t>
        <a:bodyPr/>
        <a:lstStyle/>
        <a:p>
          <a:endParaRPr lang="ru-RU"/>
        </a:p>
      </dgm:t>
    </dgm:pt>
    <dgm:pt modelId="{2A72A715-0DE6-43B7-AD6C-15574FAF6914}">
      <dgm:prSet phldrT="[Текст]" custT="1"/>
      <dgm:spPr/>
      <dgm:t>
        <a:bodyPr/>
        <a:lstStyle/>
        <a:p>
          <a:pPr algn="ctr"/>
          <a:r>
            <a:rPr lang="ru-RU" sz="2400" b="1" dirty="0" smtClean="0">
              <a:latin typeface="+mj-lt"/>
            </a:rPr>
            <a:t>Эмпирический анализ </a:t>
          </a:r>
          <a:r>
            <a:rPr lang="ru-RU" sz="2400" dirty="0" smtClean="0">
              <a:latin typeface="+mj-lt"/>
            </a:rPr>
            <a:t>– это компонент, отвечающий на вопросы «как систематизировать известные знания об объекте исследования» и «как разработать метод получения знаний об объекте исследования».</a:t>
          </a:r>
          <a:endParaRPr lang="ru-RU" sz="2400" dirty="0">
            <a:latin typeface="+mj-lt"/>
          </a:endParaRPr>
        </a:p>
      </dgm:t>
    </dgm:pt>
    <dgm:pt modelId="{8344C72E-34C8-41DD-A492-44E35B008B6B}" type="parTrans" cxnId="{89B815BE-BDA2-4B6E-A53D-A7B72362EFA0}">
      <dgm:prSet/>
      <dgm:spPr/>
      <dgm:t>
        <a:bodyPr/>
        <a:lstStyle/>
        <a:p>
          <a:endParaRPr lang="ru-RU"/>
        </a:p>
      </dgm:t>
    </dgm:pt>
    <dgm:pt modelId="{CDB854E5-4DC8-48F1-AB3B-271EDB4403C5}" type="sibTrans" cxnId="{89B815BE-BDA2-4B6E-A53D-A7B72362EFA0}">
      <dgm:prSet/>
      <dgm:spPr/>
      <dgm:t>
        <a:bodyPr/>
        <a:lstStyle/>
        <a:p>
          <a:endParaRPr lang="ru-RU"/>
        </a:p>
      </dgm:t>
    </dgm:pt>
    <dgm:pt modelId="{71356D56-CD86-472F-87F9-92321AA34FB2}" type="pres">
      <dgm:prSet presAssocID="{7ECE290A-A657-491C-A411-FDC60F72108B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EC304DCA-2501-4BDA-AAC7-28E7BC24A2C9}" type="pres">
      <dgm:prSet presAssocID="{2A72A715-0DE6-43B7-AD6C-15574FAF6914}" presName="node" presStyleLbl="node1" presStyleIdx="0" presStyleCnt="1" custScaleX="50904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DAD4682B-BCED-4126-8753-FDE914BEE8EC}" type="presOf" srcId="{7ECE290A-A657-491C-A411-FDC60F72108B}" destId="{71356D56-CD86-472F-87F9-92321AA34FB2}" srcOrd="0" destOrd="0" presId="urn:microsoft.com/office/officeart/2005/8/layout/default"/>
    <dgm:cxn modelId="{89B815BE-BDA2-4B6E-A53D-A7B72362EFA0}" srcId="{7ECE290A-A657-491C-A411-FDC60F72108B}" destId="{2A72A715-0DE6-43B7-AD6C-15574FAF6914}" srcOrd="0" destOrd="0" parTransId="{8344C72E-34C8-41DD-A492-44E35B008B6B}" sibTransId="{CDB854E5-4DC8-48F1-AB3B-271EDB4403C5}"/>
    <dgm:cxn modelId="{B8BD3CD1-E789-4718-BB09-3E1EFE18A4C9}" type="presOf" srcId="{2A72A715-0DE6-43B7-AD6C-15574FAF6914}" destId="{EC304DCA-2501-4BDA-AAC7-28E7BC24A2C9}" srcOrd="0" destOrd="0" presId="urn:microsoft.com/office/officeart/2005/8/layout/default"/>
    <dgm:cxn modelId="{B7D55371-FD95-43CA-82B9-50A63EB10A65}" type="presParOf" srcId="{71356D56-CD86-472F-87F9-92321AA34FB2}" destId="{EC304DCA-2501-4BDA-AAC7-28E7BC24A2C9}" srcOrd="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4B3195C-D762-4F5D-A503-F2787927F278}" type="doc">
      <dgm:prSet loTypeId="urn:microsoft.com/office/officeart/2005/8/layout/default" loCatId="list" qsTypeId="urn:microsoft.com/office/officeart/2005/8/quickstyle/3d3" qsCatId="3D" csTypeId="urn:microsoft.com/office/officeart/2005/8/colors/accent1_1" csCatId="accent1" phldr="1"/>
      <dgm:spPr/>
      <dgm:t>
        <a:bodyPr/>
        <a:lstStyle/>
        <a:p>
          <a:endParaRPr lang="ru-RU"/>
        </a:p>
      </dgm:t>
    </dgm:pt>
    <dgm:pt modelId="{EDE60A00-705A-44D0-B7A0-A9CF5C34E75B}">
      <dgm:prSet phldrT="[Текст]" custT="1"/>
      <dgm:spPr/>
      <dgm:t>
        <a:bodyPr/>
        <a:lstStyle/>
        <a:p>
          <a:r>
            <a:rPr lang="ru-RU" sz="2400" b="1" dirty="0" smtClean="0">
              <a:latin typeface="+mj-lt"/>
            </a:rPr>
            <a:t>Нормативный анализ </a:t>
          </a:r>
          <a:r>
            <a:rPr lang="ru-RU" sz="2400" dirty="0" smtClean="0">
              <a:latin typeface="+mj-lt"/>
            </a:rPr>
            <a:t>– это компонент, отвечающий на вопрос «как использовать знания». Это разработка и изучение субъективных целей, ценностей и этических норм, которыми мы руководствуемся при использовании наших знаний о реальности.</a:t>
          </a:r>
          <a:endParaRPr lang="ru-RU" sz="2400" dirty="0">
            <a:latin typeface="+mj-lt"/>
          </a:endParaRPr>
        </a:p>
      </dgm:t>
    </dgm:pt>
    <dgm:pt modelId="{FCF40BFD-C5A1-4C99-A58D-D6C2F2047420}" type="parTrans" cxnId="{CE8FC2CD-673D-4EB6-82C7-D111E302F9DE}">
      <dgm:prSet/>
      <dgm:spPr/>
      <dgm:t>
        <a:bodyPr/>
        <a:lstStyle/>
        <a:p>
          <a:endParaRPr lang="ru-RU"/>
        </a:p>
      </dgm:t>
    </dgm:pt>
    <dgm:pt modelId="{96E33A63-582D-460A-B72B-93F576A75A49}" type="sibTrans" cxnId="{CE8FC2CD-673D-4EB6-82C7-D111E302F9DE}">
      <dgm:prSet/>
      <dgm:spPr/>
      <dgm:t>
        <a:bodyPr/>
        <a:lstStyle/>
        <a:p>
          <a:endParaRPr lang="ru-RU"/>
        </a:p>
      </dgm:t>
    </dgm:pt>
    <dgm:pt modelId="{B2008262-6712-433B-B5DC-B497BB2932A4}" type="pres">
      <dgm:prSet presAssocID="{74B3195C-D762-4F5D-A503-F2787927F278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CFE9FBF4-2FDD-4EA6-89E3-8EC9F50B8658}" type="pres">
      <dgm:prSet presAssocID="{EDE60A00-705A-44D0-B7A0-A9CF5C34E75B}" presName="node" presStyleLbl="node1" presStyleIdx="0" presStyleCnt="1" custScaleX="285237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B4ECD6EE-934B-4D31-B186-908ED8524603}" type="presOf" srcId="{EDE60A00-705A-44D0-B7A0-A9CF5C34E75B}" destId="{CFE9FBF4-2FDD-4EA6-89E3-8EC9F50B8658}" srcOrd="0" destOrd="0" presId="urn:microsoft.com/office/officeart/2005/8/layout/default"/>
    <dgm:cxn modelId="{CE8FC2CD-673D-4EB6-82C7-D111E302F9DE}" srcId="{74B3195C-D762-4F5D-A503-F2787927F278}" destId="{EDE60A00-705A-44D0-B7A0-A9CF5C34E75B}" srcOrd="0" destOrd="0" parTransId="{FCF40BFD-C5A1-4C99-A58D-D6C2F2047420}" sibTransId="{96E33A63-582D-460A-B72B-93F576A75A49}"/>
    <dgm:cxn modelId="{A9D5321B-D3B2-4278-AA6D-8E813C315101}" type="presOf" srcId="{74B3195C-D762-4F5D-A503-F2787927F278}" destId="{B2008262-6712-433B-B5DC-B497BB2932A4}" srcOrd="0" destOrd="0" presId="urn:microsoft.com/office/officeart/2005/8/layout/default"/>
    <dgm:cxn modelId="{D7E0DE29-C196-4192-BC57-16E9A1FF1049}" type="presParOf" srcId="{B2008262-6712-433B-B5DC-B497BB2932A4}" destId="{CFE9FBF4-2FDD-4EA6-89E3-8EC9F50B8658}" srcOrd="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76520C8-D1AD-43C6-AACF-B1C48BC29A82}">
      <dsp:nvSpPr>
        <dsp:cNvPr id="0" name=""/>
        <dsp:cNvSpPr/>
      </dsp:nvSpPr>
      <dsp:spPr>
        <a:xfrm>
          <a:off x="7057" y="104352"/>
          <a:ext cx="2109331" cy="61291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400" kern="1200" dirty="0" smtClean="0"/>
            <a:t>Вопрос</a:t>
          </a:r>
          <a:endParaRPr lang="ru-RU" sz="2000" kern="1200" dirty="0"/>
        </a:p>
      </dsp:txBody>
      <dsp:txXfrm>
        <a:off x="25009" y="122304"/>
        <a:ext cx="2073427" cy="577012"/>
      </dsp:txXfrm>
    </dsp:sp>
    <dsp:sp modelId="{7D1FC674-7D9A-411A-8A07-5A7417C30AC6}">
      <dsp:nvSpPr>
        <dsp:cNvPr id="0" name=""/>
        <dsp:cNvSpPr/>
      </dsp:nvSpPr>
      <dsp:spPr>
        <a:xfrm>
          <a:off x="2327322" y="260057"/>
          <a:ext cx="447178" cy="30150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1200" kern="1200"/>
        </a:p>
      </dsp:txBody>
      <dsp:txXfrm>
        <a:off x="2327322" y="320358"/>
        <a:ext cx="356726" cy="180905"/>
      </dsp:txXfrm>
    </dsp:sp>
    <dsp:sp modelId="{0C9C233F-D189-4E3C-B37A-83FE2D983751}">
      <dsp:nvSpPr>
        <dsp:cNvPr id="0" name=""/>
        <dsp:cNvSpPr/>
      </dsp:nvSpPr>
      <dsp:spPr>
        <a:xfrm>
          <a:off x="2960121" y="72415"/>
          <a:ext cx="2109331" cy="676791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400" kern="1200" dirty="0" smtClean="0"/>
            <a:t>Проблема</a:t>
          </a:r>
          <a:endParaRPr lang="ru-RU" sz="2800" kern="1200" dirty="0"/>
        </a:p>
      </dsp:txBody>
      <dsp:txXfrm>
        <a:off x="2979944" y="92238"/>
        <a:ext cx="2069685" cy="637145"/>
      </dsp:txXfrm>
    </dsp:sp>
    <dsp:sp modelId="{651028DF-24AF-4FF2-80A5-58C709E9C118}">
      <dsp:nvSpPr>
        <dsp:cNvPr id="0" name=""/>
        <dsp:cNvSpPr/>
      </dsp:nvSpPr>
      <dsp:spPr>
        <a:xfrm>
          <a:off x="5280386" y="270388"/>
          <a:ext cx="447178" cy="28084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1200" kern="1200"/>
        </a:p>
      </dsp:txBody>
      <dsp:txXfrm>
        <a:off x="5280386" y="326557"/>
        <a:ext cx="362925" cy="168506"/>
      </dsp:txXfrm>
    </dsp:sp>
    <dsp:sp modelId="{4CBF73A7-84F2-4EDC-B782-7D62BDD15519}">
      <dsp:nvSpPr>
        <dsp:cNvPr id="0" name=""/>
        <dsp:cNvSpPr/>
      </dsp:nvSpPr>
      <dsp:spPr>
        <a:xfrm>
          <a:off x="5913186" y="72415"/>
          <a:ext cx="2109331" cy="676791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lvl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900" kern="1200" dirty="0" smtClean="0"/>
            <a:t>Задача</a:t>
          </a:r>
          <a:endParaRPr lang="ru-RU" sz="2900" kern="1200" dirty="0"/>
        </a:p>
      </dsp:txBody>
      <dsp:txXfrm>
        <a:off x="5933009" y="92238"/>
        <a:ext cx="2069685" cy="63714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4A25E2-EAD4-4DAA-B431-0B109C061559}">
      <dsp:nvSpPr>
        <dsp:cNvPr id="0" name=""/>
        <dsp:cNvSpPr/>
      </dsp:nvSpPr>
      <dsp:spPr>
        <a:xfrm>
          <a:off x="4610844" y="872132"/>
          <a:ext cx="2188910" cy="62784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85196"/>
              </a:lnTo>
              <a:lnTo>
                <a:pt x="2188910" y="185196"/>
              </a:lnTo>
              <a:lnTo>
                <a:pt x="2188910" y="62784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7869021-689B-4C2F-A8EB-78B4BD4E9216}">
      <dsp:nvSpPr>
        <dsp:cNvPr id="0" name=""/>
        <dsp:cNvSpPr/>
      </dsp:nvSpPr>
      <dsp:spPr>
        <a:xfrm>
          <a:off x="1751001" y="872132"/>
          <a:ext cx="2859842" cy="627848"/>
        </a:xfrm>
        <a:custGeom>
          <a:avLst/>
          <a:gdLst/>
          <a:ahLst/>
          <a:cxnLst/>
          <a:rect l="0" t="0" r="0" b="0"/>
          <a:pathLst>
            <a:path>
              <a:moveTo>
                <a:pt x="2859842" y="0"/>
              </a:moveTo>
              <a:lnTo>
                <a:pt x="2859842" y="185196"/>
              </a:lnTo>
              <a:lnTo>
                <a:pt x="0" y="185196"/>
              </a:lnTo>
              <a:lnTo>
                <a:pt x="0" y="62784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E784486-8039-42B4-BC45-22E03339FFDB}">
      <dsp:nvSpPr>
        <dsp:cNvPr id="0" name=""/>
        <dsp:cNvSpPr/>
      </dsp:nvSpPr>
      <dsp:spPr>
        <a:xfrm>
          <a:off x="2502981" y="332856"/>
          <a:ext cx="4215725" cy="539275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600" b="1" kern="1200" smtClean="0"/>
            <a:t>Анализ</a:t>
          </a:r>
          <a:endParaRPr lang="ru-RU" sz="2600" b="1" kern="1200" dirty="0"/>
        </a:p>
      </dsp:txBody>
      <dsp:txXfrm>
        <a:off x="2502981" y="332856"/>
        <a:ext cx="4215725" cy="539275"/>
      </dsp:txXfrm>
    </dsp:sp>
    <dsp:sp modelId="{1B1944C1-3FF0-4D01-B526-32A4FF798027}">
      <dsp:nvSpPr>
        <dsp:cNvPr id="0" name=""/>
        <dsp:cNvSpPr/>
      </dsp:nvSpPr>
      <dsp:spPr>
        <a:xfrm>
          <a:off x="4742" y="1499980"/>
          <a:ext cx="3492517" cy="194288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400" b="1" u="sng" kern="1200" dirty="0" smtClean="0"/>
            <a:t>Достоинство</a:t>
          </a:r>
          <a:r>
            <a:rPr lang="ru-RU" sz="2400" kern="1200" dirty="0" smtClean="0"/>
            <a:t> – получение понимания явления, обогащение собственной модели мира</a:t>
          </a:r>
          <a:endParaRPr lang="ru-RU" sz="2400" kern="1200" dirty="0"/>
        </a:p>
      </dsp:txBody>
      <dsp:txXfrm>
        <a:off x="4742" y="1499980"/>
        <a:ext cx="3492517" cy="1942880"/>
      </dsp:txXfrm>
    </dsp:sp>
    <dsp:sp modelId="{D09C9784-5368-4095-81CC-749359514A84}">
      <dsp:nvSpPr>
        <dsp:cNvPr id="0" name=""/>
        <dsp:cNvSpPr/>
      </dsp:nvSpPr>
      <dsp:spPr>
        <a:xfrm>
          <a:off x="4382562" y="1499980"/>
          <a:ext cx="4834383" cy="196172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400" b="1" u="sng" kern="1200" smtClean="0">
              <a:latin typeface="+mn-lt"/>
            </a:rPr>
            <a:t>Недостаток</a:t>
          </a:r>
          <a:r>
            <a:rPr lang="ru-RU" sz="2400" kern="1200" smtClean="0">
              <a:latin typeface="+mn-lt"/>
            </a:rPr>
            <a:t> - анализ формирует понимание, понимание  в модели мира разных людей разное, оно субъективно и может недостаточно отражать реальность</a:t>
          </a:r>
          <a:endParaRPr lang="ru-RU" sz="2400" kern="1200" dirty="0">
            <a:latin typeface="+mn-lt"/>
          </a:endParaRPr>
        </a:p>
      </dsp:txBody>
      <dsp:txXfrm>
        <a:off x="4382562" y="1499980"/>
        <a:ext cx="4834383" cy="196172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A685F8E-76DD-4023-B1BB-285FFE6ABEA1}">
      <dsp:nvSpPr>
        <dsp:cNvPr id="0" name=""/>
        <dsp:cNvSpPr/>
      </dsp:nvSpPr>
      <dsp:spPr>
        <a:xfrm>
          <a:off x="1785704" y="719219"/>
          <a:ext cx="1122001" cy="264214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642143"/>
              </a:lnTo>
              <a:lnTo>
                <a:pt x="1122001" y="2642143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F45D3CC-3AEC-4789-BEF4-EB9D246FA273}">
      <dsp:nvSpPr>
        <dsp:cNvPr id="0" name=""/>
        <dsp:cNvSpPr/>
      </dsp:nvSpPr>
      <dsp:spPr>
        <a:xfrm>
          <a:off x="1785704" y="719219"/>
          <a:ext cx="1121946" cy="107579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75797"/>
              </a:lnTo>
              <a:lnTo>
                <a:pt x="1121946" y="1075797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E784486-8039-42B4-BC45-22E03339FFDB}">
      <dsp:nvSpPr>
        <dsp:cNvPr id="0" name=""/>
        <dsp:cNvSpPr/>
      </dsp:nvSpPr>
      <dsp:spPr>
        <a:xfrm>
          <a:off x="1085019" y="0"/>
          <a:ext cx="7006852" cy="71921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600" b="1" kern="1200" dirty="0" smtClean="0"/>
            <a:t>Почему ушли от исследования к научному исследованию?</a:t>
          </a:r>
          <a:endParaRPr lang="ru-RU" sz="2600" b="1" kern="1200" dirty="0"/>
        </a:p>
      </dsp:txBody>
      <dsp:txXfrm>
        <a:off x="1085019" y="0"/>
        <a:ext cx="7006852" cy="719219"/>
      </dsp:txXfrm>
    </dsp:sp>
    <dsp:sp modelId="{1B1944C1-3FF0-4D01-B526-32A4FF798027}">
      <dsp:nvSpPr>
        <dsp:cNvPr id="0" name=""/>
        <dsp:cNvSpPr/>
      </dsp:nvSpPr>
      <dsp:spPr>
        <a:xfrm>
          <a:off x="2907651" y="1301349"/>
          <a:ext cx="5340733" cy="98733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400" b="0" u="none" kern="1200" dirty="0" smtClean="0"/>
            <a:t>Исследователь может неправильно получить знания об объекте исследования</a:t>
          </a:r>
          <a:endParaRPr lang="ru-RU" sz="2400" b="0" u="none" kern="1200" dirty="0"/>
        </a:p>
      </dsp:txBody>
      <dsp:txXfrm>
        <a:off x="2907651" y="1301349"/>
        <a:ext cx="5340733" cy="987333"/>
      </dsp:txXfrm>
    </dsp:sp>
    <dsp:sp modelId="{D09C9784-5368-4095-81CC-749359514A84}">
      <dsp:nvSpPr>
        <dsp:cNvPr id="0" name=""/>
        <dsp:cNvSpPr/>
      </dsp:nvSpPr>
      <dsp:spPr>
        <a:xfrm>
          <a:off x="2907706" y="2867696"/>
          <a:ext cx="5310083" cy="98733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400" b="0" u="none" kern="1200" dirty="0" smtClean="0">
              <a:latin typeface="+mn-lt"/>
            </a:rPr>
            <a:t>На вопрос «Как получают знания» человек отвечает исходя из своих соображений, своей модели мира</a:t>
          </a:r>
          <a:endParaRPr lang="ru-RU" sz="2400" b="0" u="none" kern="1200" dirty="0">
            <a:latin typeface="+mn-lt"/>
          </a:endParaRPr>
        </a:p>
      </dsp:txBody>
      <dsp:txXfrm>
        <a:off x="2907706" y="2867696"/>
        <a:ext cx="5310083" cy="98733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304DCA-2501-4BDA-AAC7-28E7BC24A2C9}">
      <dsp:nvSpPr>
        <dsp:cNvPr id="0" name=""/>
        <dsp:cNvSpPr/>
      </dsp:nvSpPr>
      <dsp:spPr>
        <a:xfrm>
          <a:off x="149066" y="72"/>
          <a:ext cx="9436129" cy="1112215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400" b="1" kern="1200" dirty="0" smtClean="0">
              <a:latin typeface="+mj-lt"/>
            </a:rPr>
            <a:t>Эмпирический анализ </a:t>
          </a:r>
          <a:r>
            <a:rPr lang="ru-RU" sz="2400" kern="1200" dirty="0" smtClean="0">
              <a:latin typeface="+mj-lt"/>
            </a:rPr>
            <a:t>– это компонент, отвечающий на вопросы «как систематизировать известные знания об объекте исследования» и «как разработать метод получения знаний об объекте исследования».</a:t>
          </a:r>
          <a:endParaRPr lang="ru-RU" sz="2400" kern="1200" dirty="0">
            <a:latin typeface="+mj-lt"/>
          </a:endParaRPr>
        </a:p>
      </dsp:txBody>
      <dsp:txXfrm>
        <a:off x="149066" y="72"/>
        <a:ext cx="9436129" cy="111221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E9FBF4-2FDD-4EA6-89E3-8EC9F50B8658}">
      <dsp:nvSpPr>
        <dsp:cNvPr id="0" name=""/>
        <dsp:cNvSpPr/>
      </dsp:nvSpPr>
      <dsp:spPr>
        <a:xfrm>
          <a:off x="6418" y="2412"/>
          <a:ext cx="9208852" cy="1937095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400" b="1" kern="1200" dirty="0" smtClean="0">
              <a:latin typeface="+mj-lt"/>
            </a:rPr>
            <a:t>Нормативный анализ </a:t>
          </a:r>
          <a:r>
            <a:rPr lang="ru-RU" sz="2400" kern="1200" dirty="0" smtClean="0">
              <a:latin typeface="+mj-lt"/>
            </a:rPr>
            <a:t>– это компонент, отвечающий на вопрос «как использовать знания». Это разработка и изучение субъективных целей, ценностей и этических норм, которыми мы руководствуемся при использовании наших знаний о реальности.</a:t>
          </a:r>
          <a:endParaRPr lang="ru-RU" sz="2400" kern="1200" dirty="0">
            <a:latin typeface="+mj-lt"/>
          </a:endParaRPr>
        </a:p>
      </dsp:txBody>
      <dsp:txXfrm>
        <a:off x="6418" y="2412"/>
        <a:ext cx="9208852" cy="193709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29761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BA3B39-FE63-434E-AB9C-F87AF0466FCD}" type="datetimeFigureOut">
              <a:rPr lang="ru-RU" smtClean="0"/>
              <a:t>20.11.2025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008063" y="1243013"/>
            <a:ext cx="4745037" cy="33559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2C364F-F8CC-47C4-9B50-43B8A9D1E24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72605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1886" y="1237197"/>
            <a:ext cx="9088041" cy="2631887"/>
          </a:xfrm>
        </p:spPr>
        <p:txBody>
          <a:bodyPr anchor="b"/>
          <a:lstStyle>
            <a:lvl1pPr algn="ctr">
              <a:defRPr sz="6614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36477" y="3970580"/>
            <a:ext cx="8018860" cy="1825171"/>
          </a:xfrm>
        </p:spPr>
        <p:txBody>
          <a:bodyPr/>
          <a:lstStyle>
            <a:lvl1pPr marL="0" indent="0" algn="ctr">
              <a:buNone/>
              <a:defRPr sz="2646"/>
            </a:lvl1pPr>
            <a:lvl2pPr marL="503972" indent="0" algn="ctr">
              <a:buNone/>
              <a:defRPr sz="2205"/>
            </a:lvl2pPr>
            <a:lvl3pPr marL="1007943" indent="0" algn="ctr">
              <a:buNone/>
              <a:defRPr sz="1984"/>
            </a:lvl3pPr>
            <a:lvl4pPr marL="1511915" indent="0" algn="ctr">
              <a:buNone/>
              <a:defRPr sz="1764"/>
            </a:lvl4pPr>
            <a:lvl5pPr marL="2015886" indent="0" algn="ctr">
              <a:buNone/>
              <a:defRPr sz="1764"/>
            </a:lvl5pPr>
            <a:lvl6pPr marL="2519858" indent="0" algn="ctr">
              <a:buNone/>
              <a:defRPr sz="1764"/>
            </a:lvl6pPr>
            <a:lvl7pPr marL="3023829" indent="0" algn="ctr">
              <a:buNone/>
              <a:defRPr sz="1764"/>
            </a:lvl7pPr>
            <a:lvl8pPr marL="3527801" indent="0" algn="ctr">
              <a:buNone/>
              <a:defRPr sz="1764"/>
            </a:lvl8pPr>
            <a:lvl9pPr marL="4031772" indent="0" algn="ctr">
              <a:buNone/>
              <a:defRPr sz="1764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39ECB-35BB-47E3-A569-D40D884548C4}" type="datetime1">
              <a:rPr lang="ru-RU" smtClean="0"/>
              <a:t>20.11.2025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F1BE3-F3E1-4E92-9ED6-118ABA1486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65184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DBFA7-04DC-4042-9487-9943C96D0EA0}" type="datetime1">
              <a:rPr lang="ru-RU" smtClean="0"/>
              <a:t>20.11.2025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F1BE3-F3E1-4E92-9ED6-118ABA1486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754627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9494" y="1884671"/>
            <a:ext cx="9221689" cy="3144614"/>
          </a:xfrm>
        </p:spPr>
        <p:txBody>
          <a:bodyPr anchor="b"/>
          <a:lstStyle>
            <a:lvl1pPr>
              <a:defRPr sz="6614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9494" y="5059035"/>
            <a:ext cx="9221689" cy="1653678"/>
          </a:xfrm>
        </p:spPr>
        <p:txBody>
          <a:bodyPr/>
          <a:lstStyle>
            <a:lvl1pPr marL="0" indent="0">
              <a:buNone/>
              <a:defRPr sz="2646">
                <a:solidFill>
                  <a:schemeClr val="tx1"/>
                </a:solidFill>
              </a:defRPr>
            </a:lvl1pPr>
            <a:lvl2pPr marL="503972" indent="0">
              <a:buNone/>
              <a:defRPr sz="2205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2246E-416F-4CF0-B768-3AF4C23B2C03}" type="datetime1">
              <a:rPr lang="ru-RU" smtClean="0"/>
              <a:t>20.11.2025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F1BE3-F3E1-4E92-9ED6-118ABA1486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19706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5062" y="2012414"/>
            <a:ext cx="4544021" cy="4796544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12730" y="2012414"/>
            <a:ext cx="4544021" cy="4796544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75797-ACF3-47A1-B235-FCF79E909B8F}" type="datetime1">
              <a:rPr lang="ru-RU" smtClean="0"/>
              <a:t>20.11.2025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F1BE3-F3E1-4E92-9ED6-118ABA1486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70129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402484"/>
            <a:ext cx="9221689" cy="1461188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456" y="1853171"/>
            <a:ext cx="4523137" cy="908210"/>
          </a:xfrm>
        </p:spPr>
        <p:txBody>
          <a:bodyPr anchor="b"/>
          <a:lstStyle>
            <a:lvl1pPr marL="0" indent="0">
              <a:buNone/>
              <a:defRPr sz="2646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6456" y="2761381"/>
            <a:ext cx="4523137" cy="4061576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12731" y="1853171"/>
            <a:ext cx="4545413" cy="908210"/>
          </a:xfrm>
        </p:spPr>
        <p:txBody>
          <a:bodyPr anchor="b"/>
          <a:lstStyle>
            <a:lvl1pPr marL="0" indent="0">
              <a:buNone/>
              <a:defRPr sz="2646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12731" y="2761381"/>
            <a:ext cx="4545413" cy="4061576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91D5D-FA8A-4E87-AEE5-53FC8E9C529F}" type="datetime1">
              <a:rPr lang="ru-RU" smtClean="0"/>
              <a:t>20.11.2025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F1BE3-F3E1-4E92-9ED6-118ABA1486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13039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E7DFB-E632-4C6D-A9E1-3925D811D561}" type="datetime1">
              <a:rPr lang="ru-RU" smtClean="0"/>
              <a:t>20.11.2025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F1BE3-F3E1-4E92-9ED6-118ABA1486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77252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8E215-C6A9-4473-87F4-81BFEC50F53C}" type="datetime1">
              <a:rPr lang="ru-RU" smtClean="0"/>
              <a:t>20.11.2025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F1BE3-F3E1-4E92-9ED6-118ABA1486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17738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503978"/>
            <a:ext cx="3448388" cy="1763924"/>
          </a:xfrm>
        </p:spPr>
        <p:txBody>
          <a:bodyPr anchor="b"/>
          <a:lstStyle>
            <a:lvl1pPr>
              <a:defRPr sz="3527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45413" y="1088455"/>
            <a:ext cx="5412730" cy="5372269"/>
          </a:xfrm>
        </p:spPr>
        <p:txBody>
          <a:bodyPr/>
          <a:lstStyle>
            <a:lvl1pPr>
              <a:defRPr sz="3527"/>
            </a:lvl1pPr>
            <a:lvl2pPr>
              <a:defRPr sz="3086"/>
            </a:lvl2pPr>
            <a:lvl3pPr>
              <a:defRPr sz="2646"/>
            </a:lvl3pPr>
            <a:lvl4pPr>
              <a:defRPr sz="2205"/>
            </a:lvl4pPr>
            <a:lvl5pPr>
              <a:defRPr sz="2205"/>
            </a:lvl5pPr>
            <a:lvl6pPr>
              <a:defRPr sz="2205"/>
            </a:lvl6pPr>
            <a:lvl7pPr>
              <a:defRPr sz="2205"/>
            </a:lvl7pPr>
            <a:lvl8pPr>
              <a:defRPr sz="2205"/>
            </a:lvl8pPr>
            <a:lvl9pPr>
              <a:defRPr sz="2205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55" y="2267902"/>
            <a:ext cx="3448388" cy="4201570"/>
          </a:xfrm>
        </p:spPr>
        <p:txBody>
          <a:bodyPr/>
          <a:lstStyle>
            <a:lvl1pPr marL="0" indent="0">
              <a:buNone/>
              <a:defRPr sz="1764"/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76F55-8C2A-42C9-8F07-2D37B8D47068}" type="datetime1">
              <a:rPr lang="ru-RU" smtClean="0"/>
              <a:t>20.11.2025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F1BE3-F3E1-4E92-9ED6-118ABA1486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13424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503978"/>
            <a:ext cx="3448388" cy="1763924"/>
          </a:xfrm>
        </p:spPr>
        <p:txBody>
          <a:bodyPr anchor="b"/>
          <a:lstStyle>
            <a:lvl1pPr>
              <a:defRPr sz="3527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45413" y="1088455"/>
            <a:ext cx="5412730" cy="5372269"/>
          </a:xfrm>
        </p:spPr>
        <p:txBody>
          <a:bodyPr anchor="t"/>
          <a:lstStyle>
            <a:lvl1pPr marL="0" indent="0">
              <a:buNone/>
              <a:defRPr sz="3527"/>
            </a:lvl1pPr>
            <a:lvl2pPr marL="503972" indent="0">
              <a:buNone/>
              <a:defRPr sz="3086"/>
            </a:lvl2pPr>
            <a:lvl3pPr marL="1007943" indent="0">
              <a:buNone/>
              <a:defRPr sz="2646"/>
            </a:lvl3pPr>
            <a:lvl4pPr marL="1511915" indent="0">
              <a:buNone/>
              <a:defRPr sz="2205"/>
            </a:lvl4pPr>
            <a:lvl5pPr marL="2015886" indent="0">
              <a:buNone/>
              <a:defRPr sz="2205"/>
            </a:lvl5pPr>
            <a:lvl6pPr marL="2519858" indent="0">
              <a:buNone/>
              <a:defRPr sz="2205"/>
            </a:lvl6pPr>
            <a:lvl7pPr marL="3023829" indent="0">
              <a:buNone/>
              <a:defRPr sz="2205"/>
            </a:lvl7pPr>
            <a:lvl8pPr marL="3527801" indent="0">
              <a:buNone/>
              <a:defRPr sz="2205"/>
            </a:lvl8pPr>
            <a:lvl9pPr marL="4031772" indent="0">
              <a:buNone/>
              <a:defRPr sz="2205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55" y="2267902"/>
            <a:ext cx="3448388" cy="4201570"/>
          </a:xfrm>
        </p:spPr>
        <p:txBody>
          <a:bodyPr/>
          <a:lstStyle>
            <a:lvl1pPr marL="0" indent="0">
              <a:buNone/>
              <a:defRPr sz="1764"/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859D5-AE64-40D1-8DB1-A121067050E1}" type="datetime1">
              <a:rPr lang="ru-RU" smtClean="0"/>
              <a:t>20.11.2025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F1BE3-F3E1-4E92-9ED6-118ABA1486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92162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5D3EB-22A1-41CC-9F98-985918856F96}" type="datetime1">
              <a:rPr lang="ru-RU" smtClean="0"/>
              <a:t>20.11.2025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F1BE3-F3E1-4E92-9ED6-118ABA1486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160663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51329" y="402483"/>
            <a:ext cx="2305422" cy="640647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5063" y="402483"/>
            <a:ext cx="6782619" cy="640647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023D0-1694-43EE-87FB-4253F8D62945}" type="datetime1">
              <a:rPr lang="ru-RU" smtClean="0"/>
              <a:t>20.11.2025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F1BE3-F3E1-4E92-9ED6-118ABA1486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02305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5062" y="402484"/>
            <a:ext cx="9221689" cy="1461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5062" y="2012414"/>
            <a:ext cx="9221689" cy="4796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062" y="7006700"/>
            <a:ext cx="240565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62C624-7EFC-46A2-9304-A58646640221}" type="datetime1">
              <a:rPr lang="ru-RU" smtClean="0"/>
              <a:t>20.11.2025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41663" y="7006700"/>
            <a:ext cx="3608487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51093" y="7006700"/>
            <a:ext cx="240565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9F1BE3-F3E1-4E92-9ED6-118ABA1486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0747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1007943" rtl="0" eaLnBrk="1" latinLnBrk="0" hangingPunct="1">
        <a:lnSpc>
          <a:spcPct val="90000"/>
        </a:lnSpc>
        <a:spcBef>
          <a:spcPct val="0"/>
        </a:spcBef>
        <a:buNone/>
        <a:defRPr sz="48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986" indent="-251986" algn="l" defTabSz="1007943" rtl="0" eaLnBrk="1" latinLnBrk="0" hangingPunct="1">
        <a:lnSpc>
          <a:spcPct val="90000"/>
        </a:lnSpc>
        <a:spcBef>
          <a:spcPts val="1102"/>
        </a:spcBef>
        <a:buFont typeface="Arial" panose="020B0604020202020204" pitchFamily="34" charset="0"/>
        <a:buChar char="•"/>
        <a:defRPr sz="3086" kern="1200">
          <a:solidFill>
            <a:schemeClr val="tx1"/>
          </a:solidFill>
          <a:latin typeface="+mn-lt"/>
          <a:ea typeface="+mn-ea"/>
          <a:cs typeface="+mn-cs"/>
        </a:defRPr>
      </a:lvl1pPr>
      <a:lvl2pPr marL="755957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259929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205" kern="1200">
          <a:solidFill>
            <a:schemeClr val="tx1"/>
          </a:solidFill>
          <a:latin typeface="+mn-lt"/>
          <a:ea typeface="+mn-ea"/>
          <a:cs typeface="+mn-cs"/>
        </a:defRPr>
      </a:lvl3pPr>
      <a:lvl4pPr marL="1763900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267872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771844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275815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779787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283758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503972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1007943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3pPr>
      <a:lvl4pPr marL="1511915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015886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519858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023829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527801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031772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7" Type="http://schemas.openxmlformats.org/officeDocument/2006/relationships/image" Target="../media/image6.pn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7" Type="http://schemas.openxmlformats.org/officeDocument/2006/relationships/image" Target="../media/image7.png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064650" y="2186751"/>
            <a:ext cx="8562512" cy="1745337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Основы системного анализа</a:t>
            </a:r>
            <a:endParaRPr lang="ru-RU" sz="2105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4871104" y="4988868"/>
            <a:ext cx="5209993" cy="836200"/>
          </a:xfrm>
        </p:spPr>
        <p:txBody>
          <a:bodyPr>
            <a:normAutofit fontScale="77500" lnSpcReduction="20000"/>
          </a:bodyPr>
          <a:lstStyle/>
          <a:p>
            <a:pPr algn="r"/>
            <a:r>
              <a:rPr lang="ru-RU" dirty="0" smtClean="0"/>
              <a:t>Студент: Банных Мария Алексеевна</a:t>
            </a:r>
          </a:p>
          <a:p>
            <a:pPr algn="r"/>
            <a:r>
              <a:rPr lang="ru-RU" dirty="0" smtClean="0"/>
              <a:t>Преподаватель: Раков Владимир Иванович</a:t>
            </a:r>
            <a:endParaRPr lang="ru-RU" dirty="0"/>
          </a:p>
        </p:txBody>
      </p:sp>
      <p:sp>
        <p:nvSpPr>
          <p:cNvPr id="4" name="Подзаголовок 2"/>
          <p:cNvSpPr txBox="1">
            <a:spLocks/>
          </p:cNvSpPr>
          <p:nvPr/>
        </p:nvSpPr>
        <p:spPr>
          <a:xfrm>
            <a:off x="4049636" y="6781610"/>
            <a:ext cx="2592540" cy="476497"/>
          </a:xfrm>
          <a:prstGeom prst="rect">
            <a:avLst/>
          </a:prstGeom>
        </p:spPr>
        <p:txBody>
          <a:bodyPr vert="horz" lIns="80189" tIns="40094" rIns="80189" bIns="40094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754" dirty="0" smtClean="0"/>
              <a:t>Орёл, 2025г</a:t>
            </a:r>
            <a:r>
              <a:rPr lang="ru-RU" sz="1754" dirty="0"/>
              <a:t>.</a:t>
            </a:r>
            <a:endParaRPr lang="ru-RU" sz="1403" dirty="0"/>
          </a:p>
        </p:txBody>
      </p:sp>
      <p:sp>
        <p:nvSpPr>
          <p:cNvPr id="5" name="Заголовок 1"/>
          <p:cNvSpPr txBox="1">
            <a:spLocks/>
          </p:cNvSpPr>
          <p:nvPr/>
        </p:nvSpPr>
        <p:spPr>
          <a:xfrm>
            <a:off x="1064650" y="3925782"/>
            <a:ext cx="8562512" cy="394100"/>
          </a:xfrm>
          <a:prstGeom prst="rect">
            <a:avLst/>
          </a:prstGeom>
        </p:spPr>
        <p:txBody>
          <a:bodyPr vert="horz" lIns="80189" tIns="40094" rIns="80189" bIns="40094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105" dirty="0"/>
              <a:t>Лабораторная работа №1</a:t>
            </a:r>
          </a:p>
        </p:txBody>
      </p:sp>
      <p:sp>
        <p:nvSpPr>
          <p:cNvPr id="6" name="Подзаголовок 2"/>
          <p:cNvSpPr txBox="1">
            <a:spLocks/>
          </p:cNvSpPr>
          <p:nvPr/>
        </p:nvSpPr>
        <p:spPr>
          <a:xfrm>
            <a:off x="1064651" y="643303"/>
            <a:ext cx="8562511" cy="932159"/>
          </a:xfrm>
          <a:prstGeom prst="rect">
            <a:avLst/>
          </a:prstGeom>
        </p:spPr>
        <p:txBody>
          <a:bodyPr vert="horz" lIns="80189" tIns="40094" rIns="80189" bIns="40094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800" dirty="0"/>
              <a:t>Орловский государственный </a:t>
            </a:r>
            <a:r>
              <a:rPr lang="ru-RU" sz="2800" dirty="0" smtClean="0"/>
              <a:t>университет</a:t>
            </a:r>
          </a:p>
          <a:p>
            <a:r>
              <a:rPr lang="ru-RU" sz="2800" dirty="0" smtClean="0"/>
              <a:t>имени </a:t>
            </a:r>
            <a:r>
              <a:rPr lang="ru-RU" sz="2800" dirty="0"/>
              <a:t>И.С. Тургенева</a:t>
            </a:r>
          </a:p>
        </p:txBody>
      </p:sp>
    </p:spTree>
    <p:extLst>
      <p:ext uri="{BB962C8B-B14F-4D97-AF65-F5344CB8AC3E}">
        <p14:creationId xmlns:p14="http://schemas.microsoft.com/office/powerpoint/2010/main" val="382666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3"/>
          <p:cNvSpPr txBox="1">
            <a:spLocks/>
          </p:cNvSpPr>
          <p:nvPr/>
        </p:nvSpPr>
        <p:spPr>
          <a:xfrm>
            <a:off x="729491" y="413987"/>
            <a:ext cx="9221689" cy="6604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1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200" b="1" dirty="0" smtClean="0"/>
              <a:t>Основные понятия</a:t>
            </a:r>
            <a:endParaRPr lang="ru-RU" sz="3200" b="1" dirty="0"/>
          </a:p>
        </p:txBody>
      </p:sp>
      <p:sp>
        <p:nvSpPr>
          <p:cNvPr id="10" name="Текст 4"/>
          <p:cNvSpPr txBox="1">
            <a:spLocks/>
          </p:cNvSpPr>
          <p:nvPr/>
        </p:nvSpPr>
        <p:spPr>
          <a:xfrm>
            <a:off x="729491" y="1963618"/>
            <a:ext cx="9221689" cy="77958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1007943" rtl="0" eaLnBrk="1" latinLnBrk="0" hangingPunct="1">
              <a:lnSpc>
                <a:spcPct val="90000"/>
              </a:lnSpc>
              <a:spcBef>
                <a:spcPts val="1102"/>
              </a:spcBef>
              <a:buFont typeface="Arial" panose="020B0604020202020204" pitchFamily="34" charset="0"/>
              <a:buNone/>
              <a:defRPr sz="26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3972" indent="0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2205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007943" indent="0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984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11915" indent="0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15886" indent="0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9858" indent="0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3023829" indent="0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527801" indent="0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4031772" indent="0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ru-RU" sz="2400" b="1" dirty="0" smtClean="0">
                <a:latin typeface="+mj-lt"/>
              </a:rPr>
              <a:t>Знание</a:t>
            </a:r>
            <a:r>
              <a:rPr lang="ru-RU" sz="2400" dirty="0" smtClean="0">
                <a:latin typeface="+mj-lt"/>
              </a:rPr>
              <a:t> – лингвистическое описание процесса функционирования объекта исследования.</a:t>
            </a:r>
          </a:p>
        </p:txBody>
      </p:sp>
      <p:sp>
        <p:nvSpPr>
          <p:cNvPr id="11" name="Текст 4"/>
          <p:cNvSpPr txBox="1">
            <a:spLocks/>
          </p:cNvSpPr>
          <p:nvPr/>
        </p:nvSpPr>
        <p:spPr>
          <a:xfrm>
            <a:off x="729491" y="2881646"/>
            <a:ext cx="9221689" cy="11246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1007943" rtl="0" eaLnBrk="1" latinLnBrk="0" hangingPunct="1">
              <a:lnSpc>
                <a:spcPct val="90000"/>
              </a:lnSpc>
              <a:spcBef>
                <a:spcPts val="1102"/>
              </a:spcBef>
              <a:buFont typeface="Arial" panose="020B0604020202020204" pitchFamily="34" charset="0"/>
              <a:buNone/>
              <a:defRPr sz="26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3972" indent="0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2205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007943" indent="0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984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11915" indent="0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15886" indent="0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9858" indent="0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3023829" indent="0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527801" indent="0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4031772" indent="0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ru-RU" sz="2400" b="1" dirty="0" smtClean="0">
                <a:latin typeface="+mj-lt"/>
              </a:rPr>
              <a:t>Понимание</a:t>
            </a:r>
            <a:r>
              <a:rPr lang="ru-RU" sz="2400" dirty="0" smtClean="0">
                <a:latin typeface="+mj-lt"/>
              </a:rPr>
              <a:t> – это представление об исследуемом явлении, выраженное лингвистически. Понимание отражает модель мира субъекта (человека).</a:t>
            </a:r>
          </a:p>
        </p:txBody>
      </p:sp>
      <p:sp>
        <p:nvSpPr>
          <p:cNvPr id="12" name="Текст 4"/>
          <p:cNvSpPr txBox="1">
            <a:spLocks/>
          </p:cNvSpPr>
          <p:nvPr/>
        </p:nvSpPr>
        <p:spPr>
          <a:xfrm>
            <a:off x="729491" y="1325716"/>
            <a:ext cx="9221689" cy="49945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1007943" rtl="0" eaLnBrk="1" latinLnBrk="0" hangingPunct="1">
              <a:lnSpc>
                <a:spcPct val="90000"/>
              </a:lnSpc>
              <a:spcBef>
                <a:spcPts val="1102"/>
              </a:spcBef>
              <a:buFont typeface="Arial" panose="020B0604020202020204" pitchFamily="34" charset="0"/>
              <a:buNone/>
              <a:defRPr sz="26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3972" indent="0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2205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007943" indent="0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984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11915" indent="0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15886" indent="0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9858" indent="0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3023829" indent="0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527801" indent="0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4031772" indent="0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ru-RU" sz="2400" b="1" dirty="0" smtClean="0">
                <a:latin typeface="+mj-lt"/>
              </a:rPr>
              <a:t>Явление</a:t>
            </a:r>
            <a:r>
              <a:rPr lang="ru-RU" sz="2400" dirty="0" smtClean="0">
                <a:latin typeface="+mj-lt"/>
              </a:rPr>
              <a:t> – объективный материальный процесс.</a:t>
            </a:r>
          </a:p>
        </p:txBody>
      </p:sp>
      <p:sp>
        <p:nvSpPr>
          <p:cNvPr id="13" name="Текст 4"/>
          <p:cNvSpPr txBox="1">
            <a:spLocks/>
          </p:cNvSpPr>
          <p:nvPr/>
        </p:nvSpPr>
        <p:spPr>
          <a:xfrm>
            <a:off x="729491" y="4144721"/>
            <a:ext cx="9221689" cy="42861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1007943" rtl="0" eaLnBrk="1" latinLnBrk="0" hangingPunct="1">
              <a:lnSpc>
                <a:spcPct val="90000"/>
              </a:lnSpc>
              <a:spcBef>
                <a:spcPts val="1102"/>
              </a:spcBef>
              <a:buFont typeface="Arial" panose="020B0604020202020204" pitchFamily="34" charset="0"/>
              <a:buNone/>
              <a:defRPr sz="26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3972" indent="0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2205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007943" indent="0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984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11915" indent="0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15886" indent="0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9858" indent="0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3023829" indent="0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527801" indent="0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4031772" indent="0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None/>
              <a:defRPr sz="1764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ru-RU" sz="2400" b="1" dirty="0" smtClean="0">
                <a:latin typeface="+mj-lt"/>
              </a:rPr>
              <a:t>Субъект</a:t>
            </a:r>
            <a:r>
              <a:rPr lang="ru-RU" sz="2400" dirty="0" smtClean="0">
                <a:latin typeface="+mj-lt"/>
              </a:rPr>
              <a:t> – это человек.</a:t>
            </a:r>
          </a:p>
        </p:txBody>
      </p:sp>
      <p:sp>
        <p:nvSpPr>
          <p:cNvPr id="17" name="Заголовок 3"/>
          <p:cNvSpPr>
            <a:spLocks noGrp="1"/>
          </p:cNvSpPr>
          <p:nvPr>
            <p:ph type="title"/>
          </p:nvPr>
        </p:nvSpPr>
        <p:spPr>
          <a:xfrm>
            <a:off x="729491" y="5672416"/>
            <a:ext cx="9221689" cy="1136968"/>
          </a:xfrm>
        </p:spPr>
        <p:txBody>
          <a:bodyPr>
            <a:noAutofit/>
          </a:bodyPr>
          <a:lstStyle/>
          <a:p>
            <a:pPr algn="just"/>
            <a:r>
              <a:rPr lang="ru-RU" sz="2400" b="1" dirty="0" smtClean="0"/>
              <a:t>«Проблема»</a:t>
            </a:r>
            <a:r>
              <a:rPr lang="ru-RU" sz="2400" dirty="0" smtClean="0"/>
              <a:t> используют тогда, когда отсутствуют методы решения.</a:t>
            </a:r>
            <a:br>
              <a:rPr lang="ru-RU" sz="2400" dirty="0" smtClean="0"/>
            </a:br>
            <a:r>
              <a:rPr lang="ru-RU" sz="2400" b="1" dirty="0" smtClean="0"/>
              <a:t>«Задача» </a:t>
            </a:r>
            <a:r>
              <a:rPr lang="ru-RU" sz="2400" dirty="0" smtClean="0"/>
              <a:t>используют тогда и только тогда, когда эта задача имеет метод решения.</a:t>
            </a:r>
            <a:endParaRPr lang="ru-RU" sz="2400" dirty="0"/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F1BE3-F3E1-4E92-9ED6-118ABA148614}" type="slidenum">
              <a:rPr lang="ru-RU" sz="2400" smtClean="0"/>
              <a:t>2</a:t>
            </a:fld>
            <a:endParaRPr lang="ru-RU" sz="2400"/>
          </a:p>
        </p:txBody>
      </p:sp>
      <p:graphicFrame>
        <p:nvGraphicFramePr>
          <p:cNvPr id="3" name="Схема 2"/>
          <p:cNvGraphicFramePr/>
          <p:nvPr>
            <p:extLst>
              <p:ext uri="{D42A27DB-BD31-4B8C-83A1-F6EECF244321}">
                <p14:modId xmlns:p14="http://schemas.microsoft.com/office/powerpoint/2010/main" val="3079091567"/>
              </p:ext>
            </p:extLst>
          </p:nvPr>
        </p:nvGraphicFramePr>
        <p:xfrm>
          <a:off x="1325547" y="4752136"/>
          <a:ext cx="8029575" cy="8216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47694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729492" y="1205904"/>
            <a:ext cx="9221689" cy="1542819"/>
          </a:xfrm>
        </p:spPr>
        <p:txBody>
          <a:bodyPr>
            <a:noAutofit/>
          </a:bodyPr>
          <a:lstStyle/>
          <a:p>
            <a:pPr algn="just"/>
            <a:r>
              <a:rPr lang="ru-RU" sz="2400" b="1" dirty="0" smtClean="0"/>
              <a:t>Анализ</a:t>
            </a:r>
            <a:r>
              <a:rPr lang="ru-RU" sz="2400" dirty="0" smtClean="0"/>
              <a:t> – это процесс последовательного, не непрерывного формирования блоков представления об исследуемом объекте</a:t>
            </a:r>
            <a:r>
              <a:rPr lang="ru-RU" sz="2400" dirty="0"/>
              <a:t>. </a:t>
            </a:r>
            <a:r>
              <a:rPr lang="ru-RU" sz="2400" dirty="0" smtClean="0"/>
              <a:t>Понимание, </a:t>
            </a:r>
            <a:r>
              <a:rPr lang="ru-RU" sz="2400" dirty="0"/>
              <a:t>сформированное в процессе анализа, представляется </a:t>
            </a:r>
            <a:r>
              <a:rPr lang="ru-RU" sz="2400" dirty="0" smtClean="0"/>
              <a:t>лингвистически.</a:t>
            </a:r>
            <a:endParaRPr lang="ru-RU" sz="2400" dirty="0"/>
          </a:p>
        </p:txBody>
      </p:sp>
      <p:sp>
        <p:nvSpPr>
          <p:cNvPr id="5" name="Текст 4"/>
          <p:cNvSpPr>
            <a:spLocks noGrp="1"/>
          </p:cNvSpPr>
          <p:nvPr>
            <p:ph type="body" idx="1"/>
          </p:nvPr>
        </p:nvSpPr>
        <p:spPr>
          <a:xfrm>
            <a:off x="729491" y="2843778"/>
            <a:ext cx="9221689" cy="399241"/>
          </a:xfrm>
        </p:spPr>
        <p:txBody>
          <a:bodyPr>
            <a:noAutofit/>
          </a:bodyPr>
          <a:lstStyle/>
          <a:p>
            <a:pPr algn="just"/>
            <a:r>
              <a:rPr lang="ru-RU" sz="2400" b="1" dirty="0" smtClean="0">
                <a:latin typeface="+mj-lt"/>
              </a:rPr>
              <a:t>Цель</a:t>
            </a:r>
            <a:r>
              <a:rPr lang="ru-RU" sz="2400" dirty="0" smtClean="0">
                <a:latin typeface="+mj-lt"/>
              </a:rPr>
              <a:t> анализа – сформировать понимание об объекте исследования.</a:t>
            </a:r>
          </a:p>
        </p:txBody>
      </p:sp>
      <p:sp>
        <p:nvSpPr>
          <p:cNvPr id="6" name="Заголовок 3"/>
          <p:cNvSpPr txBox="1">
            <a:spLocks/>
          </p:cNvSpPr>
          <p:nvPr/>
        </p:nvSpPr>
        <p:spPr>
          <a:xfrm>
            <a:off x="729491" y="413987"/>
            <a:ext cx="9221689" cy="6604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1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200" b="1" dirty="0" smtClean="0"/>
              <a:t>Анализ</a:t>
            </a:r>
            <a:endParaRPr lang="ru-RU" sz="3200" b="1" dirty="0"/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F1BE3-F3E1-4E92-9ED6-118ABA148614}" type="slidenum">
              <a:rPr lang="ru-RU" sz="2400" smtClean="0"/>
              <a:t>3</a:t>
            </a:fld>
            <a:endParaRPr lang="ru-RU" sz="2400" dirty="0"/>
          </a:p>
        </p:txBody>
      </p:sp>
      <p:graphicFrame>
        <p:nvGraphicFramePr>
          <p:cNvPr id="8" name="Схема 7"/>
          <p:cNvGraphicFramePr/>
          <p:nvPr>
            <p:extLst>
              <p:ext uri="{D42A27DB-BD31-4B8C-83A1-F6EECF244321}">
                <p14:modId xmlns:p14="http://schemas.microsoft.com/office/powerpoint/2010/main" val="1104493597"/>
              </p:ext>
            </p:extLst>
          </p:nvPr>
        </p:nvGraphicFramePr>
        <p:xfrm>
          <a:off x="729491" y="3338075"/>
          <a:ext cx="9221689" cy="35371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726931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729490" y="1385924"/>
            <a:ext cx="9221689" cy="720301"/>
          </a:xfrm>
        </p:spPr>
        <p:txBody>
          <a:bodyPr>
            <a:noAutofit/>
          </a:bodyPr>
          <a:lstStyle/>
          <a:p>
            <a:pPr algn="just"/>
            <a:r>
              <a:rPr lang="ru-RU" sz="2400" b="1" dirty="0" smtClean="0"/>
              <a:t>Анализ</a:t>
            </a:r>
            <a:r>
              <a:rPr lang="ru-RU" sz="2400" dirty="0" smtClean="0"/>
              <a:t> – это краткое название процесса понимания</a:t>
            </a:r>
            <a:r>
              <a:rPr lang="ru-RU" sz="2400" dirty="0"/>
              <a:t>. </a:t>
            </a:r>
            <a:r>
              <a:rPr lang="ru-RU" sz="2400" dirty="0" smtClean="0"/>
              <a:t>Понимание </a:t>
            </a:r>
            <a:r>
              <a:rPr lang="ru-RU" sz="2400" dirty="0"/>
              <a:t>в модели мира разных людей разное. 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idx="1"/>
          </p:nvPr>
        </p:nvSpPr>
        <p:spPr>
          <a:xfrm>
            <a:off x="729490" y="5453449"/>
            <a:ext cx="9221689" cy="794968"/>
          </a:xfrm>
        </p:spPr>
        <p:txBody>
          <a:bodyPr>
            <a:noAutofit/>
          </a:bodyPr>
          <a:lstStyle/>
          <a:p>
            <a:pPr algn="just"/>
            <a:r>
              <a:rPr lang="ru-RU" sz="2400" dirty="0" smtClean="0">
                <a:latin typeface="+mj-lt"/>
              </a:rPr>
              <a:t>Восприятий несколько потому что после одного восприятия понимание может не сформироваться.</a:t>
            </a:r>
          </a:p>
        </p:txBody>
      </p:sp>
      <p:sp>
        <p:nvSpPr>
          <p:cNvPr id="6" name="Заголовок 3"/>
          <p:cNvSpPr txBox="1">
            <a:spLocks/>
          </p:cNvSpPr>
          <p:nvPr/>
        </p:nvSpPr>
        <p:spPr>
          <a:xfrm>
            <a:off x="729491" y="413987"/>
            <a:ext cx="9221689" cy="6604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1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200" b="1" dirty="0" smtClean="0"/>
              <a:t>Анализ</a:t>
            </a:r>
            <a:endParaRPr lang="ru-RU" sz="3200" b="1" dirty="0"/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F1BE3-F3E1-4E92-9ED6-118ABA148614}" type="slidenum">
              <a:rPr lang="ru-RU" sz="2400" smtClean="0"/>
              <a:t>4</a:t>
            </a:fld>
            <a:endParaRPr lang="ru-RU" sz="2400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818" y="2417762"/>
            <a:ext cx="9782175" cy="2724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45255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F1BE3-F3E1-4E92-9ED6-118ABA148614}" type="slidenum">
              <a:rPr lang="ru-RU" sz="2400" smtClean="0"/>
              <a:t>5</a:t>
            </a:fld>
            <a:endParaRPr lang="ru-RU" sz="2400" dirty="0"/>
          </a:p>
        </p:txBody>
      </p:sp>
      <p:sp>
        <p:nvSpPr>
          <p:cNvPr id="7" name="Заголовок 3"/>
          <p:cNvSpPr txBox="1">
            <a:spLocks/>
          </p:cNvSpPr>
          <p:nvPr/>
        </p:nvSpPr>
        <p:spPr>
          <a:xfrm>
            <a:off x="735062" y="531877"/>
            <a:ext cx="9221689" cy="40582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1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ru-RU" sz="2400" b="1" smtClean="0"/>
              <a:t>Почему перешли от анализа к исследованию?</a:t>
            </a:r>
            <a:endParaRPr lang="ru-RU" sz="2400" dirty="0"/>
          </a:p>
        </p:txBody>
      </p:sp>
      <p:sp>
        <p:nvSpPr>
          <p:cNvPr id="8" name="Заголовок 3"/>
          <p:cNvSpPr txBox="1">
            <a:spLocks/>
          </p:cNvSpPr>
          <p:nvPr/>
        </p:nvSpPr>
        <p:spPr>
          <a:xfrm>
            <a:off x="735062" y="925322"/>
            <a:ext cx="9221689" cy="40582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1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ru-RU" sz="2400" dirty="0" smtClean="0"/>
              <a:t>Потому что понимание зависит от модели мира субъекта.</a:t>
            </a:r>
            <a:endParaRPr lang="ru-RU" sz="2400" dirty="0"/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2058" y="1395221"/>
            <a:ext cx="4582409" cy="1558173"/>
          </a:xfrm>
          <a:prstGeom prst="rect">
            <a:avLst/>
          </a:prstGeom>
        </p:spPr>
      </p:pic>
      <p:pic>
        <p:nvPicPr>
          <p:cNvPr id="13" name="Рисунок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4249" y="3044894"/>
            <a:ext cx="7305675" cy="3038475"/>
          </a:xfrm>
          <a:prstGeom prst="rect">
            <a:avLst/>
          </a:prstGeom>
        </p:spPr>
      </p:pic>
      <p:sp>
        <p:nvSpPr>
          <p:cNvPr id="14" name="Прямоугольник 13"/>
          <p:cNvSpPr/>
          <p:nvPr/>
        </p:nvSpPr>
        <p:spPr>
          <a:xfrm>
            <a:off x="729491" y="6174869"/>
            <a:ext cx="922168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b="1" dirty="0" smtClean="0">
                <a:latin typeface="+mj-lt"/>
              </a:rPr>
              <a:t>Метод</a:t>
            </a:r>
            <a:r>
              <a:rPr lang="ru-RU" sz="2400" dirty="0" smtClean="0">
                <a:latin typeface="+mj-lt"/>
              </a:rPr>
              <a:t> – это набор мероприятий и определённая последовательность их исполнения для достижения какой-то цели.</a:t>
            </a:r>
          </a:p>
        </p:txBody>
      </p:sp>
    </p:spTree>
    <p:extLst>
      <p:ext uri="{BB962C8B-B14F-4D97-AF65-F5344CB8AC3E}">
        <p14:creationId xmlns:p14="http://schemas.microsoft.com/office/powerpoint/2010/main" val="7812655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3"/>
          <p:cNvSpPr txBox="1">
            <a:spLocks/>
          </p:cNvSpPr>
          <p:nvPr/>
        </p:nvSpPr>
        <p:spPr>
          <a:xfrm>
            <a:off x="729491" y="413987"/>
            <a:ext cx="9221689" cy="6604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1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200" b="1" dirty="0" smtClean="0"/>
              <a:t>Исследование</a:t>
            </a:r>
            <a:endParaRPr lang="ru-RU" sz="3200" b="1" dirty="0"/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F1BE3-F3E1-4E92-9ED6-118ABA148614}" type="slidenum">
              <a:rPr lang="ru-RU" sz="2400" smtClean="0"/>
              <a:t>6</a:t>
            </a:fld>
            <a:endParaRPr lang="ru-RU" sz="2400" dirty="0"/>
          </a:p>
        </p:txBody>
      </p:sp>
      <p:grpSp>
        <p:nvGrpSpPr>
          <p:cNvPr id="9" name="Группа 8"/>
          <p:cNvGrpSpPr/>
          <p:nvPr/>
        </p:nvGrpSpPr>
        <p:grpSpPr>
          <a:xfrm>
            <a:off x="770249" y="5779820"/>
            <a:ext cx="9213975" cy="1226880"/>
            <a:chOff x="1" y="1187"/>
            <a:chExt cx="9213975" cy="1226880"/>
          </a:xfrm>
          <a:scene3d>
            <a:camera prst="orthographicFront">
              <a:rot lat="0" lon="0" rev="0"/>
            </a:camera>
            <a:lightRig rig="contrasting" dir="t">
              <a:rot lat="0" lon="0" rev="1200000"/>
            </a:lightRig>
          </a:scene3d>
        </p:grpSpPr>
        <p:sp>
          <p:nvSpPr>
            <p:cNvPr id="10" name="Прямоугольник 9"/>
            <p:cNvSpPr/>
            <p:nvPr/>
          </p:nvSpPr>
          <p:spPr>
            <a:xfrm>
              <a:off x="1" y="1187"/>
              <a:ext cx="9213975" cy="1226880"/>
            </a:xfrm>
            <a:prstGeom prst="rect">
              <a:avLst/>
            </a:prstGeom>
            <a:sp3d contourW="19050" prstMaterial="metal">
              <a:bevelT w="88900" h="203200"/>
              <a:bevelB w="165100" h="254000"/>
            </a:sp3d>
          </p:spPr>
          <p:style>
            <a:lnRef idx="0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2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3" name="TextBox 12"/>
            <p:cNvSpPr txBox="1"/>
            <p:nvPr/>
          </p:nvSpPr>
          <p:spPr>
            <a:xfrm>
              <a:off x="1" y="1187"/>
              <a:ext cx="9213975" cy="1226880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83820" tIns="83820" rIns="83820" bIns="83820" numCol="1" spcCol="1270" anchor="ctr" anchorCtr="0">
              <a:noAutofit/>
            </a:bodyPr>
            <a:lstStyle/>
            <a:p>
              <a:pPr lvl="0" algn="l" defTabSz="9779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2400" b="1" kern="1200" dirty="0" smtClean="0">
                  <a:latin typeface="+mj-lt"/>
                </a:rPr>
                <a:t>Достоинство</a:t>
              </a:r>
              <a:r>
                <a:rPr lang="ru-RU" sz="2400" kern="1200" dirty="0" smtClean="0">
                  <a:latin typeface="+mj-lt"/>
                </a:rPr>
                <a:t> исследования – возможное </a:t>
              </a:r>
              <a:r>
                <a:rPr lang="ru-RU" sz="2400" u="sng" kern="1200" dirty="0" smtClean="0">
                  <a:latin typeface="+mj-lt"/>
                </a:rPr>
                <a:t>получение нового знания</a:t>
              </a:r>
              <a:r>
                <a:rPr lang="ru-RU" sz="2400" kern="1200" dirty="0" smtClean="0">
                  <a:latin typeface="+mj-lt"/>
                </a:rPr>
                <a:t>.</a:t>
              </a:r>
            </a:p>
            <a:p>
              <a:pPr lvl="0" algn="l" defTabSz="9779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2400" b="1" kern="1200" dirty="0" smtClean="0">
                  <a:latin typeface="+mj-lt"/>
                </a:rPr>
                <a:t>Недостаток </a:t>
              </a:r>
              <a:r>
                <a:rPr lang="ru-RU" sz="2400" kern="1200" dirty="0" smtClean="0">
                  <a:latin typeface="+mj-lt"/>
                </a:rPr>
                <a:t>исследования – </a:t>
              </a:r>
              <a:r>
                <a:rPr lang="ru-RU" sz="2400" u="sng" kern="1200" dirty="0" smtClean="0">
                  <a:latin typeface="+mj-lt"/>
                </a:rPr>
                <a:t>знания могут быть недостоверными</a:t>
              </a:r>
              <a:r>
                <a:rPr lang="ru-RU" sz="2400" kern="1200" dirty="0" smtClean="0">
                  <a:latin typeface="+mj-lt"/>
                </a:rPr>
                <a:t>, так как метод получения знаний неизвестен.</a:t>
              </a:r>
              <a:endParaRPr lang="ru-RU" sz="2400" kern="1200" dirty="0"/>
            </a:p>
          </p:txBody>
        </p:sp>
      </p:grp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491" y="1270014"/>
            <a:ext cx="9254733" cy="4314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30720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3"/>
          <p:cNvSpPr txBox="1">
            <a:spLocks/>
          </p:cNvSpPr>
          <p:nvPr/>
        </p:nvSpPr>
        <p:spPr>
          <a:xfrm>
            <a:off x="729491" y="413987"/>
            <a:ext cx="9221689" cy="6604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1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200" b="1" dirty="0" smtClean="0"/>
              <a:t>Научное исследование</a:t>
            </a:r>
            <a:endParaRPr lang="ru-RU" sz="3200" b="1" dirty="0"/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F1BE3-F3E1-4E92-9ED6-118ABA148614}" type="slidenum">
              <a:rPr lang="ru-RU" sz="2400" smtClean="0"/>
              <a:t>7</a:t>
            </a:fld>
            <a:endParaRPr lang="ru-RU" sz="2400" dirty="0"/>
          </a:p>
        </p:txBody>
      </p:sp>
      <p:sp>
        <p:nvSpPr>
          <p:cNvPr id="13" name="Прямоугольник 12"/>
          <p:cNvSpPr/>
          <p:nvPr/>
        </p:nvSpPr>
        <p:spPr>
          <a:xfrm>
            <a:off x="729489" y="5497603"/>
            <a:ext cx="9221689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 smtClean="0">
                <a:latin typeface="+mj-lt"/>
              </a:rPr>
              <a:t>Поэтому сложный вопрос «Как получают знания» декомпозировали на 2 группы вопросов. При этом под декомпозицией понимается представление более сложного понятия совокупностью более простых понятий.</a:t>
            </a:r>
          </a:p>
        </p:txBody>
      </p:sp>
      <p:graphicFrame>
        <p:nvGraphicFramePr>
          <p:cNvPr id="14" name="Схема 13"/>
          <p:cNvGraphicFramePr/>
          <p:nvPr>
            <p:extLst>
              <p:ext uri="{D42A27DB-BD31-4B8C-83A1-F6EECF244321}">
                <p14:modId xmlns:p14="http://schemas.microsoft.com/office/powerpoint/2010/main" val="4134841378"/>
              </p:ext>
            </p:extLst>
          </p:nvPr>
        </p:nvGraphicFramePr>
        <p:xfrm>
          <a:off x="638171" y="1356921"/>
          <a:ext cx="9404323" cy="38581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72268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3"/>
          <p:cNvSpPr txBox="1">
            <a:spLocks/>
          </p:cNvSpPr>
          <p:nvPr/>
        </p:nvSpPr>
        <p:spPr>
          <a:xfrm>
            <a:off x="729491" y="413987"/>
            <a:ext cx="9221689" cy="61353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1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200" b="1" dirty="0" smtClean="0"/>
              <a:t>Научное исследование</a:t>
            </a:r>
            <a:endParaRPr lang="ru-RU" sz="3200" b="1" dirty="0"/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F1BE3-F3E1-4E92-9ED6-118ABA148614}" type="slidenum">
              <a:rPr lang="ru-RU" sz="2400" smtClean="0"/>
              <a:t>8</a:t>
            </a:fld>
            <a:endParaRPr lang="ru-RU" sz="240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629" y="1310327"/>
            <a:ext cx="10077143" cy="5344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29124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3"/>
          <p:cNvSpPr txBox="1">
            <a:spLocks/>
          </p:cNvSpPr>
          <p:nvPr/>
        </p:nvSpPr>
        <p:spPr>
          <a:xfrm>
            <a:off x="729491" y="413987"/>
            <a:ext cx="9221689" cy="6604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1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200" b="1" dirty="0" smtClean="0"/>
              <a:t>Эмпирический анализ</a:t>
            </a:r>
            <a:endParaRPr lang="ru-RU" sz="3200" b="1" dirty="0"/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F1BE3-F3E1-4E92-9ED6-118ABA148614}" type="slidenum">
              <a:rPr lang="ru-RU" sz="2400" smtClean="0"/>
              <a:t>9</a:t>
            </a:fld>
            <a:endParaRPr lang="ru-RU" sz="2400"/>
          </a:p>
        </p:txBody>
      </p:sp>
      <p:graphicFrame>
        <p:nvGraphicFramePr>
          <p:cNvPr id="12" name="Схема 11"/>
          <p:cNvGraphicFramePr/>
          <p:nvPr>
            <p:extLst>
              <p:ext uri="{D42A27DB-BD31-4B8C-83A1-F6EECF244321}">
                <p14:modId xmlns:p14="http://schemas.microsoft.com/office/powerpoint/2010/main" val="3326551321"/>
              </p:ext>
            </p:extLst>
          </p:nvPr>
        </p:nvGraphicFramePr>
        <p:xfrm>
          <a:off x="473203" y="1226294"/>
          <a:ext cx="9734263" cy="11123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Рисунок 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9491" y="2575403"/>
            <a:ext cx="9221689" cy="4335513"/>
          </a:xfrm>
          <a:prstGeom prst="rect">
            <a:avLst/>
          </a:prstGeom>
        </p:spPr>
      </p:pic>
      <p:sp>
        <p:nvSpPr>
          <p:cNvPr id="7" name="Заголовок 3"/>
          <p:cNvSpPr>
            <a:spLocks noGrp="1"/>
          </p:cNvSpPr>
          <p:nvPr>
            <p:ph type="title"/>
          </p:nvPr>
        </p:nvSpPr>
        <p:spPr>
          <a:xfrm>
            <a:off x="729489" y="6705375"/>
            <a:ext cx="9221689" cy="411081"/>
          </a:xfrm>
        </p:spPr>
        <p:txBody>
          <a:bodyPr>
            <a:noAutofit/>
          </a:bodyPr>
          <a:lstStyle/>
          <a:p>
            <a:pPr algn="just"/>
            <a:r>
              <a:rPr lang="ru-RU" sz="2400" b="1" dirty="0" smtClean="0"/>
              <a:t>Цель </a:t>
            </a:r>
            <a:r>
              <a:rPr lang="ru-RU" sz="2400" dirty="0" smtClean="0"/>
              <a:t>– </a:t>
            </a:r>
            <a:r>
              <a:rPr lang="ru-RU" sz="2400" dirty="0" smtClean="0"/>
              <a:t>узнать, как функционирует объект.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1851244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3"/>
          <p:cNvSpPr txBox="1">
            <a:spLocks/>
          </p:cNvSpPr>
          <p:nvPr/>
        </p:nvSpPr>
        <p:spPr>
          <a:xfrm>
            <a:off x="729491" y="413987"/>
            <a:ext cx="9221689" cy="6604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10079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14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200" b="1" dirty="0" smtClean="0"/>
              <a:t>Нормативный анализ</a:t>
            </a:r>
            <a:endParaRPr lang="ru-RU" sz="3200" b="1" dirty="0"/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F1BE3-F3E1-4E92-9ED6-118ABA148614}" type="slidenum">
              <a:rPr lang="ru-RU" sz="2400" smtClean="0"/>
              <a:t>10</a:t>
            </a:fld>
            <a:endParaRPr lang="ru-RU" sz="2400"/>
          </a:p>
        </p:txBody>
      </p:sp>
      <p:graphicFrame>
        <p:nvGraphicFramePr>
          <p:cNvPr id="4" name="Схема 3"/>
          <p:cNvGraphicFramePr/>
          <p:nvPr>
            <p:extLst>
              <p:ext uri="{D42A27DB-BD31-4B8C-83A1-F6EECF244321}">
                <p14:modId xmlns:p14="http://schemas.microsoft.com/office/powerpoint/2010/main" val="88694682"/>
              </p:ext>
            </p:extLst>
          </p:nvPr>
        </p:nvGraphicFramePr>
        <p:xfrm>
          <a:off x="729491" y="1231895"/>
          <a:ext cx="9221689" cy="1941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Рисунок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61033" y="4255561"/>
            <a:ext cx="5817738" cy="2781917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729491" y="3333666"/>
            <a:ext cx="922168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b="1" dirty="0">
                <a:latin typeface="+mj-lt"/>
                <a:ea typeface="Calibri" panose="020F0502020204030204" pitchFamily="34" charset="0"/>
              </a:rPr>
              <a:t>Этика</a:t>
            </a:r>
            <a:r>
              <a:rPr lang="ru-RU" sz="2400" dirty="0">
                <a:latin typeface="+mj-lt"/>
                <a:ea typeface="Calibri" panose="020F0502020204030204" pitchFamily="34" charset="0"/>
              </a:rPr>
              <a:t> – учение о правилах общения между людьми, о нормах человеческого поведения, об обязанностях каждого в отношении других людей.</a:t>
            </a:r>
            <a:endParaRPr lang="ru-RU" sz="2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997499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1623</TotalTime>
  <Words>407</Words>
  <Application>Microsoft Office PowerPoint</Application>
  <PresentationFormat>Произвольный</PresentationFormat>
  <Paragraphs>52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Тема Office</vt:lpstr>
      <vt:lpstr>Основы системного анализа</vt:lpstr>
      <vt:lpstr>«Проблема» используют тогда, когда отсутствуют методы решения. «Задача» используют тогда и только тогда, когда эта задача имеет метод решения.</vt:lpstr>
      <vt:lpstr>Анализ – это процесс последовательного, не непрерывного формирования блоков представления об исследуемом объекте. Понимание, сформированное в процессе анализа, представляется лингвистически.</vt:lpstr>
      <vt:lpstr>Анализ – это краткое название процесса понимания. Понимание в модели мира разных людей разное. </vt:lpstr>
      <vt:lpstr>Презентация PowerPoint</vt:lpstr>
      <vt:lpstr>Презентация PowerPoint</vt:lpstr>
      <vt:lpstr>Презентация PowerPoint</vt:lpstr>
      <vt:lpstr>Презентация PowerPoint</vt:lpstr>
      <vt:lpstr>Цель – узнать, как функционирует объект.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Основы системного анализа</dc:title>
  <dc:creator>Aunafae</dc:creator>
  <cp:lastModifiedBy>Aunafae</cp:lastModifiedBy>
  <cp:revision>112</cp:revision>
  <cp:lastPrinted>2025-09-25T17:45:13Z</cp:lastPrinted>
  <dcterms:created xsi:type="dcterms:W3CDTF">2025-09-24T20:04:47Z</dcterms:created>
  <dcterms:modified xsi:type="dcterms:W3CDTF">2025-11-20T18:07:39Z</dcterms:modified>
</cp:coreProperties>
</file>
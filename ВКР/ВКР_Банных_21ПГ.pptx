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691813" cy="7559675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477C1-6ECA-49AC-91E5-6600DBF71D2C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9ACE4-F3FE-459F-806C-3B0E6149C7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71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3881-7CB7-447F-AB69-5BE0E66F1157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5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9209-DAD8-4977-A69C-8C083F569A69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46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8C57-6EAE-4C0B-804D-CC588B6A763B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33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779B2-4997-4520-9ED1-A64466524B1F}" type="datetime1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73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5DACA-F226-48B5-83B6-BC9BFA52F4F1}" type="datetime1">
              <a:rPr lang="ru-RU" smtClean="0"/>
              <a:t>10.06.2026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550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12CC-E6D8-427A-97AE-E23BCD36D849}" type="datetime1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68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4F4EB-1561-401A-8D72-B4175FF3AF8C}" type="datetime1">
              <a:rPr lang="ru-RU" smtClean="0"/>
              <a:t>10.06.2026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37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C128-677A-4A15-8A47-BD9072EA528A}" type="datetime1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98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C7BE-B0AD-466C-B4F7-F27433493166}" type="datetime1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EE83A-F92E-456C-9403-F816195DD587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74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6BB3-BFAC-4712-9A79-C00861212EF0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1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70108-BF3B-4BEC-9D12-F9D3BB55BD6C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3F11F-0740-4716-8ED6-A3EDC4C3C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15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7"/>
          <p:cNvSpPr>
            <a:spLocks noGrp="1"/>
          </p:cNvSpPr>
          <p:nvPr>
            <p:ph type="subTitle" idx="1"/>
          </p:nvPr>
        </p:nvSpPr>
        <p:spPr>
          <a:xfrm>
            <a:off x="1916906" y="2535558"/>
            <a:ext cx="6858000" cy="16557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09.03.04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«Программная инженерия», группа 21ПГ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онлайн-сервиса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ориентирования по корпусам университета на базе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WebGL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5"/>
          <p:cNvSpPr txBox="1">
            <a:spLocks/>
          </p:cNvSpPr>
          <p:nvPr/>
        </p:nvSpPr>
        <p:spPr>
          <a:xfrm>
            <a:off x="2795211" y="5002623"/>
            <a:ext cx="6858000" cy="1409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студент: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Банных М.А.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ИСиЦТ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Ужаринский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А.Ю.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одзаголовок 7"/>
          <p:cNvSpPr txBox="1">
            <a:spLocks/>
          </p:cNvSpPr>
          <p:nvPr/>
        </p:nvSpPr>
        <p:spPr>
          <a:xfrm>
            <a:off x="788141" y="610396"/>
            <a:ext cx="9115529" cy="1655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ВЫСШЕГО ОБРАЗОВАНИЯ И НАУКИ РОССИЙСКОЙ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ФЕДЕРАЦИИ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«ОРЛОВСКИЙ ГОСУДАРСТВЕННЫЙ УНИВЕРСИТЕТ ИМЕНИ И.С. ТУРГЕНЕВА»</a:t>
            </a:r>
          </a:p>
        </p:txBody>
      </p:sp>
      <p:sp>
        <p:nvSpPr>
          <p:cNvPr id="7" name="Подзаголовок 5"/>
          <p:cNvSpPr txBox="1">
            <a:spLocks/>
          </p:cNvSpPr>
          <p:nvPr/>
        </p:nvSpPr>
        <p:spPr>
          <a:xfrm>
            <a:off x="4690187" y="6556574"/>
            <a:ext cx="1311443" cy="4202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Орел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41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7"/>
          <p:cNvSpPr txBox="1">
            <a:spLocks/>
          </p:cNvSpPr>
          <p:nvPr/>
        </p:nvSpPr>
        <p:spPr>
          <a:xfrm>
            <a:off x="735053" y="284588"/>
            <a:ext cx="9115529" cy="622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97095" y="1220192"/>
            <a:ext cx="6180777" cy="252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342883">
              <a:lnSpc>
                <a:spcPct val="120000"/>
              </a:lnSpc>
            </a:pP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	Целью данной выпускной квалификационной работы является разработка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онлайн-сервиса для ориентирования по корпусам университета на базе </a:t>
            </a:r>
            <a:r>
              <a:rPr lang="ru-RU" sz="22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WebGL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поможет снизить временные затраты на поиск аудиторий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 востребованных 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помещений.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97096" y="3991029"/>
            <a:ext cx="9391444" cy="429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42883">
              <a:lnSpc>
                <a:spcPct val="120000"/>
              </a:lnSpc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Задачи, которые необходимо выполнить для достижения поставленной цели: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97096" y="4533564"/>
            <a:ext cx="93914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342883">
              <a:lnSpc>
                <a:spcPct val="120000"/>
              </a:lnSpc>
              <a:buFont typeface="Times New Roman" panose="02020603050405020304" pitchFamily="18" charset="0"/>
              <a:buChar char="₋"/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анализ существующих решений и аналогов и выявить их основные недостатки;</a:t>
            </a:r>
          </a:p>
          <a:p>
            <a:pPr marL="342900" indent="-342900" algn="just" defTabSz="342883">
              <a:lnSpc>
                <a:spcPct val="120000"/>
              </a:lnSpc>
              <a:buFont typeface="Times New Roman" panose="02020603050405020304" pitchFamily="18" charset="0"/>
              <a:buChar char="₋"/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сформулировать функциональные и нефункциональные требования;</a:t>
            </a:r>
          </a:p>
          <a:p>
            <a:pPr marL="342900" indent="-342900" algn="just" defTabSz="342883">
              <a:lnSpc>
                <a:spcPct val="120000"/>
              </a:lnSpc>
              <a:buFont typeface="Times New Roman" panose="02020603050405020304" pitchFamily="18" charset="0"/>
              <a:buChar char="₋"/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спецификации к онлайн-сервису;</a:t>
            </a:r>
          </a:p>
          <a:p>
            <a:pPr marL="342900" indent="-342900" algn="just" defTabSz="342883">
              <a:lnSpc>
                <a:spcPct val="120000"/>
              </a:lnSpc>
              <a:buFont typeface="Times New Roman" panose="02020603050405020304" pitchFamily="18" charset="0"/>
              <a:buChar char="₋"/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спроектировать архитектуру и интерфейс системы;</a:t>
            </a:r>
          </a:p>
          <a:p>
            <a:pPr marL="342900" indent="-342900" algn="just" defTabSz="342883">
              <a:lnSpc>
                <a:spcPct val="120000"/>
              </a:lnSpc>
              <a:buFont typeface="Times New Roman" panose="02020603050405020304" pitchFamily="18" charset="0"/>
              <a:buChar char="₋"/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реализовать онлайн-сервис;</a:t>
            </a:r>
          </a:p>
          <a:p>
            <a:pPr marL="342900" indent="-342900" algn="just" defTabSz="342883">
              <a:lnSpc>
                <a:spcPct val="120000"/>
              </a:lnSpc>
              <a:buFont typeface="Times New Roman" panose="02020603050405020304" pitchFamily="18" charset="0"/>
              <a:buChar char="₋"/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тестирование системы, выявить и устранить ошибки.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020" y="1010971"/>
            <a:ext cx="2875731" cy="287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4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369786" y="98352"/>
            <a:ext cx="10058400" cy="1374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методы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ешения проблемы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86" y="683049"/>
            <a:ext cx="10058400" cy="672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7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365918" y="421554"/>
            <a:ext cx="9951583" cy="622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аналогов разрабатываемого решения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7" y="1463674"/>
            <a:ext cx="9951584" cy="491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9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841222" y="175894"/>
            <a:ext cx="9115529" cy="721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55" y="774700"/>
            <a:ext cx="8747861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7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841222" y="56955"/>
            <a:ext cx="9115529" cy="721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спецификация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85" y="778402"/>
            <a:ext cx="8935401" cy="622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797970" y="295071"/>
            <a:ext cx="9115529" cy="721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Поведенческая спецификация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0" y="1487593"/>
            <a:ext cx="10395208" cy="504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6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841222" y="175893"/>
            <a:ext cx="9115529" cy="721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системы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99" y="921130"/>
            <a:ext cx="9899374" cy="648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4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788141" y="421553"/>
            <a:ext cx="9115529" cy="721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модели в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endParaRPr lang="ru-RU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90" y="1368467"/>
            <a:ext cx="10138074" cy="531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1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788141" y="163510"/>
            <a:ext cx="9115529" cy="721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построения маршрута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81" y="783106"/>
            <a:ext cx="9501048" cy="642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7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841222" y="192953"/>
            <a:ext cx="9115529" cy="721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поиска помещения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04" y="1425575"/>
            <a:ext cx="7226364" cy="483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14" y="1098836"/>
            <a:ext cx="8920182" cy="6310347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7"/>
          <p:cNvSpPr txBox="1">
            <a:spLocks/>
          </p:cNvSpPr>
          <p:nvPr/>
        </p:nvSpPr>
        <p:spPr>
          <a:xfrm>
            <a:off x="788141" y="190501"/>
            <a:ext cx="9115529" cy="9083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Экранные формы сервиса навигации</a:t>
            </a:r>
          </a:p>
        </p:txBody>
      </p:sp>
    </p:spTree>
    <p:extLst>
      <p:ext uri="{BB962C8B-B14F-4D97-AF65-F5344CB8AC3E}">
        <p14:creationId xmlns:p14="http://schemas.microsoft.com/office/powerpoint/2010/main" val="155843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F11F-0740-4716-8ED6-A3EDC4C3C819}" type="slidenum"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7"/>
          <p:cNvSpPr txBox="1">
            <a:spLocks/>
          </p:cNvSpPr>
          <p:nvPr/>
        </p:nvSpPr>
        <p:spPr>
          <a:xfrm>
            <a:off x="788141" y="241301"/>
            <a:ext cx="9115529" cy="901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Экранные формы сервиса навигации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39" y="1143000"/>
            <a:ext cx="8790732" cy="57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5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</TotalTime>
  <Words>172</Words>
  <Application>Microsoft Office PowerPoint</Application>
  <PresentationFormat>Произвольный</PresentationFormat>
  <Paragraphs>44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Aunafae</dc:creator>
  <cp:lastModifiedBy>Aunafae</cp:lastModifiedBy>
  <cp:revision>12</cp:revision>
  <dcterms:created xsi:type="dcterms:W3CDTF">2026-05-19T08:59:45Z</dcterms:created>
  <dcterms:modified xsi:type="dcterms:W3CDTF">2026-06-10T22:19:52Z</dcterms:modified>
</cp:coreProperties>
</file>